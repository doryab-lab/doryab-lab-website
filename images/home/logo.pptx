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3932238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8" userDrawn="1">
          <p15:clr>
            <a:srgbClr val="A4A3A4"/>
          </p15:clr>
        </p15:guide>
        <p15:guide id="2" pos="12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>
        <p:scale>
          <a:sx n="139" d="100"/>
          <a:sy n="139" d="100"/>
        </p:scale>
        <p:origin x="2360" y="1288"/>
      </p:cViewPr>
      <p:guideLst>
        <p:guide orient="horz" pos="1198"/>
        <p:guide pos="12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4918" y="523770"/>
            <a:ext cx="3342402" cy="1114213"/>
          </a:xfrm>
        </p:spPr>
        <p:txBody>
          <a:bodyPr anchor="b"/>
          <a:lstStyle>
            <a:lvl1pPr algn="ctr">
              <a:defRPr sz="25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530" y="1680951"/>
            <a:ext cx="2949179" cy="772689"/>
          </a:xfrm>
        </p:spPr>
        <p:txBody>
          <a:bodyPr/>
          <a:lstStyle>
            <a:lvl1pPr marL="0" indent="0" algn="ctr">
              <a:buNone/>
              <a:defRPr sz="1032"/>
            </a:lvl1pPr>
            <a:lvl2pPr marL="196596" indent="0" algn="ctr">
              <a:buNone/>
              <a:defRPr sz="860"/>
            </a:lvl2pPr>
            <a:lvl3pPr marL="393192" indent="0" algn="ctr">
              <a:buNone/>
              <a:defRPr sz="774"/>
            </a:lvl3pPr>
            <a:lvl4pPr marL="589788" indent="0" algn="ctr">
              <a:buNone/>
              <a:defRPr sz="688"/>
            </a:lvl4pPr>
            <a:lvl5pPr marL="786384" indent="0" algn="ctr">
              <a:buNone/>
              <a:defRPr sz="688"/>
            </a:lvl5pPr>
            <a:lvl6pPr marL="982980" indent="0" algn="ctr">
              <a:buNone/>
              <a:defRPr sz="688"/>
            </a:lvl6pPr>
            <a:lvl7pPr marL="1179576" indent="0" algn="ctr">
              <a:buNone/>
              <a:defRPr sz="688"/>
            </a:lvl7pPr>
            <a:lvl8pPr marL="1376172" indent="0" algn="ctr">
              <a:buNone/>
              <a:defRPr sz="688"/>
            </a:lvl8pPr>
            <a:lvl9pPr marL="1572768" indent="0" algn="ctr">
              <a:buNone/>
              <a:defRPr sz="6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14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36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294" y="797879"/>
            <a:ext cx="3391555" cy="1331277"/>
          </a:xfrm>
        </p:spPr>
        <p:txBody>
          <a:bodyPr anchor="b"/>
          <a:lstStyle>
            <a:lvl1pPr>
              <a:defRPr sz="25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294" y="2141750"/>
            <a:ext cx="3391555" cy="700087"/>
          </a:xfrm>
        </p:spPr>
        <p:txBody>
          <a:bodyPr/>
          <a:lstStyle>
            <a:lvl1pPr marL="0" indent="0">
              <a:buNone/>
              <a:defRPr sz="1032">
                <a:solidFill>
                  <a:schemeClr val="tx1"/>
                </a:solidFill>
              </a:defRPr>
            </a:lvl1pPr>
            <a:lvl2pPr marL="196596" indent="0">
              <a:buNone/>
              <a:defRPr sz="860">
                <a:solidFill>
                  <a:schemeClr val="tx1">
                    <a:tint val="75000"/>
                  </a:schemeClr>
                </a:solidFill>
              </a:defRPr>
            </a:lvl2pPr>
            <a:lvl3pPr marL="393192" indent="0">
              <a:buNone/>
              <a:defRPr sz="774">
                <a:solidFill>
                  <a:schemeClr val="tx1">
                    <a:tint val="75000"/>
                  </a:schemeClr>
                </a:solidFill>
              </a:defRPr>
            </a:lvl3pPr>
            <a:lvl4pPr marL="589788" indent="0">
              <a:buNone/>
              <a:defRPr sz="688">
                <a:solidFill>
                  <a:schemeClr val="tx1">
                    <a:tint val="75000"/>
                  </a:schemeClr>
                </a:solidFill>
              </a:defRPr>
            </a:lvl4pPr>
            <a:lvl5pPr marL="786384" indent="0">
              <a:buNone/>
              <a:defRPr sz="688">
                <a:solidFill>
                  <a:schemeClr val="tx1">
                    <a:tint val="75000"/>
                  </a:schemeClr>
                </a:solidFill>
              </a:defRPr>
            </a:lvl5pPr>
            <a:lvl6pPr marL="982980" indent="0">
              <a:buNone/>
              <a:defRPr sz="688">
                <a:solidFill>
                  <a:schemeClr val="tx1">
                    <a:tint val="75000"/>
                  </a:schemeClr>
                </a:solidFill>
              </a:defRPr>
            </a:lvl6pPr>
            <a:lvl7pPr marL="1179576" indent="0">
              <a:buNone/>
              <a:defRPr sz="688">
                <a:solidFill>
                  <a:schemeClr val="tx1">
                    <a:tint val="75000"/>
                  </a:schemeClr>
                </a:solidFill>
              </a:defRPr>
            </a:lvl7pPr>
            <a:lvl8pPr marL="1376172" indent="0">
              <a:buNone/>
              <a:defRPr sz="688">
                <a:solidFill>
                  <a:schemeClr val="tx1">
                    <a:tint val="75000"/>
                  </a:schemeClr>
                </a:solidFill>
              </a:defRPr>
            </a:lvl8pPr>
            <a:lvl9pPr marL="1572768" indent="0">
              <a:buNone/>
              <a:defRPr sz="6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007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0341" y="851959"/>
            <a:ext cx="1671201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90696" y="851959"/>
            <a:ext cx="1671201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108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54" y="170392"/>
            <a:ext cx="339155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854" y="784543"/>
            <a:ext cx="1663521" cy="384492"/>
          </a:xfrm>
        </p:spPr>
        <p:txBody>
          <a:bodyPr anchor="b"/>
          <a:lstStyle>
            <a:lvl1pPr marL="0" indent="0">
              <a:buNone/>
              <a:defRPr sz="1032" b="1"/>
            </a:lvl1pPr>
            <a:lvl2pPr marL="196596" indent="0">
              <a:buNone/>
              <a:defRPr sz="860" b="1"/>
            </a:lvl2pPr>
            <a:lvl3pPr marL="393192" indent="0">
              <a:buNone/>
              <a:defRPr sz="774" b="1"/>
            </a:lvl3pPr>
            <a:lvl4pPr marL="589788" indent="0">
              <a:buNone/>
              <a:defRPr sz="688" b="1"/>
            </a:lvl4pPr>
            <a:lvl5pPr marL="786384" indent="0">
              <a:buNone/>
              <a:defRPr sz="688" b="1"/>
            </a:lvl5pPr>
            <a:lvl6pPr marL="982980" indent="0">
              <a:buNone/>
              <a:defRPr sz="688" b="1"/>
            </a:lvl6pPr>
            <a:lvl7pPr marL="1179576" indent="0">
              <a:buNone/>
              <a:defRPr sz="688" b="1"/>
            </a:lvl7pPr>
            <a:lvl8pPr marL="1376172" indent="0">
              <a:buNone/>
              <a:defRPr sz="688" b="1"/>
            </a:lvl8pPr>
            <a:lvl9pPr marL="1572768" indent="0">
              <a:buNone/>
              <a:defRPr sz="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0854" y="1169035"/>
            <a:ext cx="1663521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90696" y="784543"/>
            <a:ext cx="1671713" cy="384492"/>
          </a:xfrm>
        </p:spPr>
        <p:txBody>
          <a:bodyPr anchor="b"/>
          <a:lstStyle>
            <a:lvl1pPr marL="0" indent="0">
              <a:buNone/>
              <a:defRPr sz="1032" b="1"/>
            </a:lvl1pPr>
            <a:lvl2pPr marL="196596" indent="0">
              <a:buNone/>
              <a:defRPr sz="860" b="1"/>
            </a:lvl2pPr>
            <a:lvl3pPr marL="393192" indent="0">
              <a:buNone/>
              <a:defRPr sz="774" b="1"/>
            </a:lvl3pPr>
            <a:lvl4pPr marL="589788" indent="0">
              <a:buNone/>
              <a:defRPr sz="688" b="1"/>
            </a:lvl4pPr>
            <a:lvl5pPr marL="786384" indent="0">
              <a:buNone/>
              <a:defRPr sz="688" b="1"/>
            </a:lvl5pPr>
            <a:lvl6pPr marL="982980" indent="0">
              <a:buNone/>
              <a:defRPr sz="688" b="1"/>
            </a:lvl6pPr>
            <a:lvl7pPr marL="1179576" indent="0">
              <a:buNone/>
              <a:defRPr sz="688" b="1"/>
            </a:lvl7pPr>
            <a:lvl8pPr marL="1376172" indent="0">
              <a:buNone/>
              <a:defRPr sz="688" b="1"/>
            </a:lvl8pPr>
            <a:lvl9pPr marL="1572768" indent="0">
              <a:buNone/>
              <a:defRPr sz="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90696" y="1169035"/>
            <a:ext cx="167171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806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75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466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54" y="213360"/>
            <a:ext cx="1268249" cy="746760"/>
          </a:xfrm>
        </p:spPr>
        <p:txBody>
          <a:bodyPr anchor="b"/>
          <a:lstStyle>
            <a:lvl1pPr>
              <a:defRPr sz="1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714" y="460799"/>
            <a:ext cx="1990695" cy="2274358"/>
          </a:xfrm>
        </p:spPr>
        <p:txBody>
          <a:bodyPr/>
          <a:lstStyle>
            <a:lvl1pPr>
              <a:defRPr sz="1376"/>
            </a:lvl1pPr>
            <a:lvl2pPr>
              <a:defRPr sz="1204"/>
            </a:lvl2pPr>
            <a:lvl3pPr>
              <a:defRPr sz="1032"/>
            </a:lvl3pPr>
            <a:lvl4pPr>
              <a:defRPr sz="860"/>
            </a:lvl4pPr>
            <a:lvl5pPr>
              <a:defRPr sz="860"/>
            </a:lvl5pPr>
            <a:lvl6pPr>
              <a:defRPr sz="860"/>
            </a:lvl6pPr>
            <a:lvl7pPr>
              <a:defRPr sz="860"/>
            </a:lvl7pPr>
            <a:lvl8pPr>
              <a:defRPr sz="860"/>
            </a:lvl8pPr>
            <a:lvl9pPr>
              <a:defRPr sz="8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0854" y="960120"/>
            <a:ext cx="1268249" cy="1778741"/>
          </a:xfrm>
        </p:spPr>
        <p:txBody>
          <a:bodyPr/>
          <a:lstStyle>
            <a:lvl1pPr marL="0" indent="0">
              <a:buNone/>
              <a:defRPr sz="688"/>
            </a:lvl1pPr>
            <a:lvl2pPr marL="196596" indent="0">
              <a:buNone/>
              <a:defRPr sz="602"/>
            </a:lvl2pPr>
            <a:lvl3pPr marL="393192" indent="0">
              <a:buNone/>
              <a:defRPr sz="516"/>
            </a:lvl3pPr>
            <a:lvl4pPr marL="589788" indent="0">
              <a:buNone/>
              <a:defRPr sz="430"/>
            </a:lvl4pPr>
            <a:lvl5pPr marL="786384" indent="0">
              <a:buNone/>
              <a:defRPr sz="430"/>
            </a:lvl5pPr>
            <a:lvl6pPr marL="982980" indent="0">
              <a:buNone/>
              <a:defRPr sz="430"/>
            </a:lvl6pPr>
            <a:lvl7pPr marL="1179576" indent="0">
              <a:buNone/>
              <a:defRPr sz="430"/>
            </a:lvl7pPr>
            <a:lvl8pPr marL="1376172" indent="0">
              <a:buNone/>
              <a:defRPr sz="430"/>
            </a:lvl8pPr>
            <a:lvl9pPr marL="1572768" indent="0">
              <a:buNone/>
              <a:defRPr sz="4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51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54" y="213360"/>
            <a:ext cx="1268249" cy="746760"/>
          </a:xfrm>
        </p:spPr>
        <p:txBody>
          <a:bodyPr anchor="b"/>
          <a:lstStyle>
            <a:lvl1pPr>
              <a:defRPr sz="1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71714" y="460799"/>
            <a:ext cx="1990695" cy="2274358"/>
          </a:xfrm>
        </p:spPr>
        <p:txBody>
          <a:bodyPr anchor="t"/>
          <a:lstStyle>
            <a:lvl1pPr marL="0" indent="0">
              <a:buNone/>
              <a:defRPr sz="1376"/>
            </a:lvl1pPr>
            <a:lvl2pPr marL="196596" indent="0">
              <a:buNone/>
              <a:defRPr sz="1204"/>
            </a:lvl2pPr>
            <a:lvl3pPr marL="393192" indent="0">
              <a:buNone/>
              <a:defRPr sz="1032"/>
            </a:lvl3pPr>
            <a:lvl4pPr marL="589788" indent="0">
              <a:buNone/>
              <a:defRPr sz="860"/>
            </a:lvl4pPr>
            <a:lvl5pPr marL="786384" indent="0">
              <a:buNone/>
              <a:defRPr sz="860"/>
            </a:lvl5pPr>
            <a:lvl6pPr marL="982980" indent="0">
              <a:buNone/>
              <a:defRPr sz="860"/>
            </a:lvl6pPr>
            <a:lvl7pPr marL="1179576" indent="0">
              <a:buNone/>
              <a:defRPr sz="860"/>
            </a:lvl7pPr>
            <a:lvl8pPr marL="1376172" indent="0">
              <a:buNone/>
              <a:defRPr sz="860"/>
            </a:lvl8pPr>
            <a:lvl9pPr marL="1572768" indent="0">
              <a:buNone/>
              <a:defRPr sz="8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0854" y="960120"/>
            <a:ext cx="1268249" cy="1778741"/>
          </a:xfrm>
        </p:spPr>
        <p:txBody>
          <a:bodyPr/>
          <a:lstStyle>
            <a:lvl1pPr marL="0" indent="0">
              <a:buNone/>
              <a:defRPr sz="688"/>
            </a:lvl1pPr>
            <a:lvl2pPr marL="196596" indent="0">
              <a:buNone/>
              <a:defRPr sz="602"/>
            </a:lvl2pPr>
            <a:lvl3pPr marL="393192" indent="0">
              <a:buNone/>
              <a:defRPr sz="516"/>
            </a:lvl3pPr>
            <a:lvl4pPr marL="589788" indent="0">
              <a:buNone/>
              <a:defRPr sz="430"/>
            </a:lvl4pPr>
            <a:lvl5pPr marL="786384" indent="0">
              <a:buNone/>
              <a:defRPr sz="430"/>
            </a:lvl5pPr>
            <a:lvl6pPr marL="982980" indent="0">
              <a:buNone/>
              <a:defRPr sz="430"/>
            </a:lvl6pPr>
            <a:lvl7pPr marL="1179576" indent="0">
              <a:buNone/>
              <a:defRPr sz="430"/>
            </a:lvl7pPr>
            <a:lvl8pPr marL="1376172" indent="0">
              <a:buNone/>
              <a:defRPr sz="430"/>
            </a:lvl8pPr>
            <a:lvl9pPr marL="1572768" indent="0">
              <a:buNone/>
              <a:defRPr sz="4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05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59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14008" y="170392"/>
            <a:ext cx="847889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0342" y="170392"/>
            <a:ext cx="2494513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28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42" y="170392"/>
            <a:ext cx="339155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342" y="851959"/>
            <a:ext cx="339155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0341" y="2966297"/>
            <a:ext cx="884754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9BF9-D741-254B-B338-3310D94657A4}" type="datetimeFigureOut">
              <a:rPr lang="en-GB" smtClean="0"/>
              <a:t>08/06/2026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02554" y="2966297"/>
            <a:ext cx="132713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77143" y="2966297"/>
            <a:ext cx="884754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0E937-565D-DA47-A71A-54BB0C4FCA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52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93192" rtl="0" eaLnBrk="1" latinLnBrk="0" hangingPunct="1">
        <a:lnSpc>
          <a:spcPct val="90000"/>
        </a:lnSpc>
        <a:spcBef>
          <a:spcPct val="0"/>
        </a:spcBef>
        <a:buNone/>
        <a:defRPr sz="18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8298" indent="-98298" algn="l" defTabSz="393192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204" kern="1200">
          <a:solidFill>
            <a:schemeClr val="tx1"/>
          </a:solidFill>
          <a:latin typeface="+mn-lt"/>
          <a:ea typeface="+mn-ea"/>
          <a:cs typeface="+mn-cs"/>
        </a:defRPr>
      </a:lvl1pPr>
      <a:lvl2pPr marL="294894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1032" kern="1200">
          <a:solidFill>
            <a:schemeClr val="tx1"/>
          </a:solidFill>
          <a:latin typeface="+mn-lt"/>
          <a:ea typeface="+mn-ea"/>
          <a:cs typeface="+mn-cs"/>
        </a:defRPr>
      </a:lvl2pPr>
      <a:lvl3pPr marL="491490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860" kern="1200">
          <a:solidFill>
            <a:schemeClr val="tx1"/>
          </a:solidFill>
          <a:latin typeface="+mn-lt"/>
          <a:ea typeface="+mn-ea"/>
          <a:cs typeface="+mn-cs"/>
        </a:defRPr>
      </a:lvl3pPr>
      <a:lvl4pPr marL="688086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4pPr>
      <a:lvl5pPr marL="884682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5pPr>
      <a:lvl6pPr marL="1081278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6pPr>
      <a:lvl7pPr marL="1277874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7pPr>
      <a:lvl8pPr marL="1474470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8pPr>
      <a:lvl9pPr marL="1671066" indent="-98298" algn="l" defTabSz="393192" rtl="0" eaLnBrk="1" latinLnBrk="0" hangingPunct="1">
        <a:lnSpc>
          <a:spcPct val="90000"/>
        </a:lnSpc>
        <a:spcBef>
          <a:spcPts val="215"/>
        </a:spcBef>
        <a:buFont typeface="Arial" panose="020B0604020202020204" pitchFamily="34" charset="0"/>
        <a:buChar char="•"/>
        <a:defRPr sz="7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1pPr>
      <a:lvl2pPr marL="196596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2pPr>
      <a:lvl3pPr marL="393192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3pPr>
      <a:lvl4pPr marL="589788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4pPr>
      <a:lvl5pPr marL="786384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5pPr>
      <a:lvl6pPr marL="982980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6pPr>
      <a:lvl7pPr marL="1179576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7pPr>
      <a:lvl8pPr marL="1376172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8pPr>
      <a:lvl9pPr marL="1572768" algn="l" defTabSz="393192" rtl="0" eaLnBrk="1" latinLnBrk="0" hangingPunct="1">
        <a:defRPr sz="7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2313F9A3-2006-B09A-7551-F659739E85F0}"/>
              </a:ext>
            </a:extLst>
          </p:cNvPr>
          <p:cNvSpPr txBox="1"/>
          <p:nvPr/>
        </p:nvSpPr>
        <p:spPr>
          <a:xfrm>
            <a:off x="-372522" y="2484386"/>
            <a:ext cx="466804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GB" b="1" dirty="0">
                <a:solidFill>
                  <a:schemeClr val="tx2"/>
                </a:solidFill>
                <a:latin typeface="Candara" panose="020E0502030303020204" pitchFamily="34" charset="0"/>
              </a:rPr>
              <a:t>Translational Organ Microsystems</a:t>
            </a:r>
          </a:p>
          <a:p>
            <a:pPr marL="11113" algn="ctr"/>
            <a:r>
              <a:rPr lang="en-GB" dirty="0">
                <a:solidFill>
                  <a:schemeClr val="tx2"/>
                </a:solidFill>
                <a:latin typeface="Candara" panose="020E0502030303020204" pitchFamily="34" charset="0"/>
              </a:rPr>
              <a:t>Organ-chips . Biofabrication . Translation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22939AAF-2A5A-44AB-00F0-06B2A9ABCEC8}"/>
              </a:ext>
            </a:extLst>
          </p:cNvPr>
          <p:cNvSpPr/>
          <p:nvPr/>
        </p:nvSpPr>
        <p:spPr>
          <a:xfrm>
            <a:off x="1423455" y="771966"/>
            <a:ext cx="1085327" cy="1402915"/>
          </a:xfrm>
          <a:prstGeom prst="roundRect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9201DA-0617-3CA3-101C-2A4F1893AEEA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2508782" y="1473424"/>
            <a:ext cx="274320" cy="0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BB30C2A-A015-7048-7BA3-4B0A8EBFA38D}"/>
              </a:ext>
            </a:extLst>
          </p:cNvPr>
          <p:cNvCxnSpPr>
            <a:cxnSpLocks/>
          </p:cNvCxnSpPr>
          <p:nvPr/>
        </p:nvCxnSpPr>
        <p:spPr>
          <a:xfrm flipV="1">
            <a:off x="1961499" y="2174881"/>
            <a:ext cx="0" cy="274320"/>
          </a:xfrm>
          <a:prstGeom prst="line">
            <a:avLst/>
          </a:prstGeom>
          <a:ln w="381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838BB9F0-70B9-6E1D-BC98-A23B088B8D6E}"/>
              </a:ext>
            </a:extLst>
          </p:cNvPr>
          <p:cNvSpPr/>
          <p:nvPr/>
        </p:nvSpPr>
        <p:spPr>
          <a:xfrm>
            <a:off x="1653803" y="1037728"/>
            <a:ext cx="626301" cy="859437"/>
          </a:xfrm>
          <a:prstGeom prst="rect">
            <a:avLst/>
          </a:prstGeom>
          <a:solidFill>
            <a:schemeClr val="bg1"/>
          </a:solidFill>
          <a:ln w="508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8" name="Graphic 87" descr="Splash with solid fill">
            <a:extLst>
              <a:ext uri="{FF2B5EF4-FFF2-40B4-BE49-F238E27FC236}">
                <a16:creationId xmlns:a16="http://schemas.microsoft.com/office/drawing/2014/main" id="{D0EF241E-DDE3-6E5A-9D03-BDAA080CF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3455" y="942139"/>
            <a:ext cx="1085327" cy="1085327"/>
          </a:xfrm>
          <a:prstGeom prst="rect">
            <a:avLst/>
          </a:prstGeom>
        </p:spPr>
      </p:pic>
      <p:sp>
        <p:nvSpPr>
          <p:cNvPr id="89" name="Oval 88">
            <a:extLst>
              <a:ext uri="{FF2B5EF4-FFF2-40B4-BE49-F238E27FC236}">
                <a16:creationId xmlns:a16="http://schemas.microsoft.com/office/drawing/2014/main" id="{E8337250-3618-5146-A61E-2E66759FE707}"/>
              </a:ext>
            </a:extLst>
          </p:cNvPr>
          <p:cNvSpPr/>
          <p:nvPr/>
        </p:nvSpPr>
        <p:spPr>
          <a:xfrm>
            <a:off x="1764255" y="1366110"/>
            <a:ext cx="261001" cy="278073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CCE3A682-FBF8-69D3-FC0F-679209F655A8}"/>
              </a:ext>
            </a:extLst>
          </p:cNvPr>
          <p:cNvSpPr/>
          <p:nvPr/>
        </p:nvSpPr>
        <p:spPr>
          <a:xfrm>
            <a:off x="1478720" y="119847"/>
            <a:ext cx="986431" cy="17550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3C202A1-F254-5308-4084-093EAAA6A0A4}"/>
              </a:ext>
            </a:extLst>
          </p:cNvPr>
          <p:cNvSpPr/>
          <p:nvPr/>
        </p:nvSpPr>
        <p:spPr>
          <a:xfrm>
            <a:off x="1593592" y="291567"/>
            <a:ext cx="748157" cy="92300"/>
          </a:xfrm>
          <a:prstGeom prst="round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Trapezoid 91">
            <a:extLst>
              <a:ext uri="{FF2B5EF4-FFF2-40B4-BE49-F238E27FC236}">
                <a16:creationId xmlns:a16="http://schemas.microsoft.com/office/drawing/2014/main" id="{1D958663-9EE1-B8DC-4C9F-7EF9D6666528}"/>
              </a:ext>
            </a:extLst>
          </p:cNvPr>
          <p:cNvSpPr/>
          <p:nvPr/>
        </p:nvSpPr>
        <p:spPr>
          <a:xfrm rot="10800000">
            <a:off x="1771004" y="385151"/>
            <a:ext cx="421242" cy="173430"/>
          </a:xfrm>
          <a:prstGeom prst="trapezoid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A9905263-6B1E-77B9-A4A3-A747FD810C8F}"/>
              </a:ext>
            </a:extLst>
          </p:cNvPr>
          <p:cNvSpPr/>
          <p:nvPr/>
        </p:nvSpPr>
        <p:spPr>
          <a:xfrm>
            <a:off x="1961498" y="575768"/>
            <a:ext cx="227385" cy="477456"/>
          </a:xfrm>
          <a:custGeom>
            <a:avLst/>
            <a:gdLst>
              <a:gd name="csX0" fmla="*/ 21749 w 288877"/>
              <a:gd name="csY0" fmla="*/ 0 h 410966"/>
              <a:gd name="csX1" fmla="*/ 21749 w 288877"/>
              <a:gd name="csY1" fmla="*/ 102742 h 410966"/>
              <a:gd name="csX2" fmla="*/ 247781 w 288877"/>
              <a:gd name="csY2" fmla="*/ 133564 h 410966"/>
              <a:gd name="csX3" fmla="*/ 278603 w 288877"/>
              <a:gd name="csY3" fmla="*/ 410966 h 410966"/>
              <a:gd name="csX4" fmla="*/ 278603 w 288877"/>
              <a:gd name="csY4" fmla="*/ 410966 h 410966"/>
              <a:gd name="csX5" fmla="*/ 288877 w 288877"/>
              <a:gd name="csY5" fmla="*/ 400692 h 410966"/>
              <a:gd name="csX0" fmla="*/ 15113 w 296309"/>
              <a:gd name="csY0" fmla="*/ 0 h 410966"/>
              <a:gd name="csX1" fmla="*/ 29181 w 296309"/>
              <a:gd name="csY1" fmla="*/ 102742 h 410966"/>
              <a:gd name="csX2" fmla="*/ 255213 w 296309"/>
              <a:gd name="csY2" fmla="*/ 133564 h 410966"/>
              <a:gd name="csX3" fmla="*/ 286035 w 296309"/>
              <a:gd name="csY3" fmla="*/ 410966 h 410966"/>
              <a:gd name="csX4" fmla="*/ 286035 w 296309"/>
              <a:gd name="csY4" fmla="*/ 410966 h 410966"/>
              <a:gd name="csX5" fmla="*/ 296309 w 296309"/>
              <a:gd name="csY5" fmla="*/ 400692 h 410966"/>
              <a:gd name="csX0" fmla="*/ 13287 w 294483"/>
              <a:gd name="csY0" fmla="*/ 0 h 410966"/>
              <a:gd name="csX1" fmla="*/ 27355 w 294483"/>
              <a:gd name="csY1" fmla="*/ 102742 h 410966"/>
              <a:gd name="csX2" fmla="*/ 253387 w 294483"/>
              <a:gd name="csY2" fmla="*/ 133564 h 410966"/>
              <a:gd name="csX3" fmla="*/ 284209 w 294483"/>
              <a:gd name="csY3" fmla="*/ 410966 h 410966"/>
              <a:gd name="csX4" fmla="*/ 284209 w 294483"/>
              <a:gd name="csY4" fmla="*/ 410966 h 410966"/>
              <a:gd name="csX5" fmla="*/ 294483 w 294483"/>
              <a:gd name="csY5" fmla="*/ 400692 h 410966"/>
              <a:gd name="csX0" fmla="*/ 13287 w 285752"/>
              <a:gd name="csY0" fmla="*/ 0 h 410966"/>
              <a:gd name="csX1" fmla="*/ 27355 w 285752"/>
              <a:gd name="csY1" fmla="*/ 102742 h 410966"/>
              <a:gd name="csX2" fmla="*/ 253387 w 285752"/>
              <a:gd name="csY2" fmla="*/ 133564 h 410966"/>
              <a:gd name="csX3" fmla="*/ 284209 w 285752"/>
              <a:gd name="csY3" fmla="*/ 410966 h 410966"/>
              <a:gd name="csX4" fmla="*/ 284209 w 285752"/>
              <a:gd name="csY4" fmla="*/ 410966 h 410966"/>
              <a:gd name="csX0" fmla="*/ 13287 w 290193"/>
              <a:gd name="csY0" fmla="*/ 0 h 410966"/>
              <a:gd name="csX1" fmla="*/ 27355 w 290193"/>
              <a:gd name="csY1" fmla="*/ 102742 h 410966"/>
              <a:gd name="csX2" fmla="*/ 253387 w 290193"/>
              <a:gd name="csY2" fmla="*/ 133564 h 410966"/>
              <a:gd name="csX3" fmla="*/ 284209 w 290193"/>
              <a:gd name="csY3" fmla="*/ 410966 h 410966"/>
              <a:gd name="csX4" fmla="*/ 290193 w 290193"/>
              <a:gd name="csY4" fmla="*/ 366999 h 410966"/>
              <a:gd name="csX0" fmla="*/ 10965 w 293857"/>
              <a:gd name="csY0" fmla="*/ 0 h 406968"/>
              <a:gd name="csX1" fmla="*/ 31019 w 293857"/>
              <a:gd name="csY1" fmla="*/ 98744 h 406968"/>
              <a:gd name="csX2" fmla="*/ 257051 w 293857"/>
              <a:gd name="csY2" fmla="*/ 129566 h 406968"/>
              <a:gd name="csX3" fmla="*/ 287873 w 293857"/>
              <a:gd name="csY3" fmla="*/ 406968 h 406968"/>
              <a:gd name="csX4" fmla="*/ 293857 w 293857"/>
              <a:gd name="csY4" fmla="*/ 363001 h 406968"/>
              <a:gd name="csX0" fmla="*/ 6174 w 289066"/>
              <a:gd name="csY0" fmla="*/ 0 h 406968"/>
              <a:gd name="csX1" fmla="*/ 26228 w 289066"/>
              <a:gd name="csY1" fmla="*/ 98744 h 406968"/>
              <a:gd name="csX2" fmla="*/ 252260 w 289066"/>
              <a:gd name="csY2" fmla="*/ 129566 h 406968"/>
              <a:gd name="csX3" fmla="*/ 283082 w 289066"/>
              <a:gd name="csY3" fmla="*/ 406968 h 406968"/>
              <a:gd name="csX4" fmla="*/ 289066 w 289066"/>
              <a:gd name="csY4" fmla="*/ 363001 h 406968"/>
              <a:gd name="csX0" fmla="*/ 255 w 319053"/>
              <a:gd name="csY0" fmla="*/ 0 h 406968"/>
              <a:gd name="csX1" fmla="*/ 56215 w 319053"/>
              <a:gd name="csY1" fmla="*/ 98744 h 406968"/>
              <a:gd name="csX2" fmla="*/ 282247 w 319053"/>
              <a:gd name="csY2" fmla="*/ 129566 h 406968"/>
              <a:gd name="csX3" fmla="*/ 313069 w 319053"/>
              <a:gd name="csY3" fmla="*/ 406968 h 406968"/>
              <a:gd name="csX4" fmla="*/ 319053 w 319053"/>
              <a:gd name="csY4" fmla="*/ 363001 h 4069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9053" h="406968">
                <a:moveTo>
                  <a:pt x="255" y="0"/>
                </a:moveTo>
                <a:cubicBezTo>
                  <a:pt x="-1922" y="84205"/>
                  <a:pt x="9216" y="77150"/>
                  <a:pt x="56215" y="98744"/>
                </a:cubicBezTo>
                <a:cubicBezTo>
                  <a:pt x="103214" y="120338"/>
                  <a:pt x="239438" y="78195"/>
                  <a:pt x="282247" y="129566"/>
                </a:cubicBezTo>
                <a:cubicBezTo>
                  <a:pt x="325056" y="180937"/>
                  <a:pt x="313069" y="406968"/>
                  <a:pt x="313069" y="406968"/>
                </a:cubicBezTo>
                <a:lnTo>
                  <a:pt x="319053" y="363001"/>
                </a:lnTo>
              </a:path>
            </a:pathLst>
          </a:cu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38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8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Candara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Doryab</dc:creator>
  <cp:lastModifiedBy>Ali Doryab</cp:lastModifiedBy>
  <cp:revision>1</cp:revision>
  <dcterms:created xsi:type="dcterms:W3CDTF">2026-06-08T19:25:52Z</dcterms:created>
  <dcterms:modified xsi:type="dcterms:W3CDTF">2026-06-08T19:47:50Z</dcterms:modified>
</cp:coreProperties>
</file>