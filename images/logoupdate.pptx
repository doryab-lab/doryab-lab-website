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00B0A6"/>
    <a:srgbClr val="556508"/>
    <a:srgbClr val="76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>
        <p:scale>
          <a:sx n="400" d="100"/>
          <a:sy n="400" d="100"/>
        </p:scale>
        <p:origin x="2928" y="1536"/>
      </p:cViewPr>
      <p:guideLst>
        <p:guide pos="328"/>
        <p:guide orient="horz"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D39BF-D0D6-0746-9AB0-81D177487355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65A74-5DC3-C44F-B438-116A1F5C11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25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50454" rtl="0" eaLnBrk="1" latinLnBrk="0" hangingPunct="1">
      <a:defRPr sz="329" kern="1200">
        <a:solidFill>
          <a:schemeClr val="tx1"/>
        </a:solidFill>
        <a:latin typeface="+mn-lt"/>
        <a:ea typeface="+mn-ea"/>
        <a:cs typeface="+mn-cs"/>
      </a:defRPr>
    </a:lvl1pPr>
    <a:lvl2pPr marL="125227" algn="l" defTabSz="250454" rtl="0" eaLnBrk="1" latinLnBrk="0" hangingPunct="1">
      <a:defRPr sz="329" kern="1200">
        <a:solidFill>
          <a:schemeClr val="tx1"/>
        </a:solidFill>
        <a:latin typeface="+mn-lt"/>
        <a:ea typeface="+mn-ea"/>
        <a:cs typeface="+mn-cs"/>
      </a:defRPr>
    </a:lvl2pPr>
    <a:lvl3pPr marL="250454" algn="l" defTabSz="250454" rtl="0" eaLnBrk="1" latinLnBrk="0" hangingPunct="1">
      <a:defRPr sz="329" kern="1200">
        <a:solidFill>
          <a:schemeClr val="tx1"/>
        </a:solidFill>
        <a:latin typeface="+mn-lt"/>
        <a:ea typeface="+mn-ea"/>
        <a:cs typeface="+mn-cs"/>
      </a:defRPr>
    </a:lvl3pPr>
    <a:lvl4pPr marL="375681" algn="l" defTabSz="250454" rtl="0" eaLnBrk="1" latinLnBrk="0" hangingPunct="1">
      <a:defRPr sz="329" kern="1200">
        <a:solidFill>
          <a:schemeClr val="tx1"/>
        </a:solidFill>
        <a:latin typeface="+mn-lt"/>
        <a:ea typeface="+mn-ea"/>
        <a:cs typeface="+mn-cs"/>
      </a:defRPr>
    </a:lvl4pPr>
    <a:lvl5pPr marL="500908" algn="l" defTabSz="250454" rtl="0" eaLnBrk="1" latinLnBrk="0" hangingPunct="1">
      <a:defRPr sz="329" kern="1200">
        <a:solidFill>
          <a:schemeClr val="tx1"/>
        </a:solidFill>
        <a:latin typeface="+mn-lt"/>
        <a:ea typeface="+mn-ea"/>
        <a:cs typeface="+mn-cs"/>
      </a:defRPr>
    </a:lvl5pPr>
    <a:lvl6pPr marL="626135" algn="l" defTabSz="250454" rtl="0" eaLnBrk="1" latinLnBrk="0" hangingPunct="1">
      <a:defRPr sz="329" kern="1200">
        <a:solidFill>
          <a:schemeClr val="tx1"/>
        </a:solidFill>
        <a:latin typeface="+mn-lt"/>
        <a:ea typeface="+mn-ea"/>
        <a:cs typeface="+mn-cs"/>
      </a:defRPr>
    </a:lvl6pPr>
    <a:lvl7pPr marL="751362" algn="l" defTabSz="250454" rtl="0" eaLnBrk="1" latinLnBrk="0" hangingPunct="1">
      <a:defRPr sz="329" kern="1200">
        <a:solidFill>
          <a:schemeClr val="tx1"/>
        </a:solidFill>
        <a:latin typeface="+mn-lt"/>
        <a:ea typeface="+mn-ea"/>
        <a:cs typeface="+mn-cs"/>
      </a:defRPr>
    </a:lvl7pPr>
    <a:lvl8pPr marL="876590" algn="l" defTabSz="250454" rtl="0" eaLnBrk="1" latinLnBrk="0" hangingPunct="1">
      <a:defRPr sz="329" kern="1200">
        <a:solidFill>
          <a:schemeClr val="tx1"/>
        </a:solidFill>
        <a:latin typeface="+mn-lt"/>
        <a:ea typeface="+mn-ea"/>
        <a:cs typeface="+mn-cs"/>
      </a:defRPr>
    </a:lvl8pPr>
    <a:lvl9pPr marL="1001817" algn="l" defTabSz="250454" rtl="0" eaLnBrk="1" latinLnBrk="0" hangingPunct="1">
      <a:defRPr sz="3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65A74-5DC3-C44F-B438-116A1F5C11B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16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5ACDD-2615-F7D0-44E9-FC6E24AD3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13181-5228-CD92-CF8A-36B9532C5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FD794-A5E1-14E7-8F87-1ABBB507A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586DA-9A4C-F7E5-767A-E1FEA5F06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65A74-5DC3-C44F-B438-116A1F5C11B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777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" y="149648"/>
            <a:ext cx="777240" cy="318347"/>
          </a:xfrm>
        </p:spPr>
        <p:txBody>
          <a:bodyPr anchor="b"/>
          <a:lstStyle>
            <a:lvl1pPr algn="ctr"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480272"/>
            <a:ext cx="685800" cy="220768"/>
          </a:xfrm>
        </p:spPr>
        <p:txBody>
          <a:bodyPr/>
          <a:lstStyle>
            <a:lvl1pPr marL="0" indent="0" algn="ctr">
              <a:buNone/>
              <a:defRPr sz="240"/>
            </a:lvl1pPr>
            <a:lvl2pPr marL="45720" indent="0" algn="ctr">
              <a:buNone/>
              <a:defRPr sz="200"/>
            </a:lvl2pPr>
            <a:lvl3pPr marL="91440" indent="0" algn="ctr">
              <a:buNone/>
              <a:defRPr sz="180"/>
            </a:lvl3pPr>
            <a:lvl4pPr marL="137160" indent="0" algn="ctr">
              <a:buNone/>
              <a:defRPr sz="160"/>
            </a:lvl4pPr>
            <a:lvl5pPr marL="182880" indent="0" algn="ctr">
              <a:buNone/>
              <a:defRPr sz="160"/>
            </a:lvl5pPr>
            <a:lvl6pPr marL="228600" indent="0" algn="ctr">
              <a:buNone/>
              <a:defRPr sz="160"/>
            </a:lvl6pPr>
            <a:lvl7pPr marL="274320" indent="0" algn="ctr">
              <a:buNone/>
              <a:defRPr sz="160"/>
            </a:lvl7pPr>
            <a:lvl8pPr marL="320040" indent="0" algn="ctr">
              <a:buNone/>
              <a:defRPr sz="160"/>
            </a:lvl8pPr>
            <a:lvl9pPr marL="365760" indent="0" algn="ctr">
              <a:buNone/>
              <a:defRPr sz="1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379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605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" y="227965"/>
            <a:ext cx="788670" cy="380365"/>
          </a:xfrm>
        </p:spPr>
        <p:txBody>
          <a:bodyPr anchor="b"/>
          <a:lstStyle>
            <a:lvl1pPr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" y="611929"/>
            <a:ext cx="788670" cy="200025"/>
          </a:xfrm>
        </p:spPr>
        <p:txBody>
          <a:bodyPr/>
          <a:lstStyle>
            <a:lvl1pPr marL="0" indent="0">
              <a:buNone/>
              <a:defRPr sz="240">
                <a:solidFill>
                  <a:schemeClr val="tx1"/>
                </a:solidFill>
              </a:defRPr>
            </a:lvl1pPr>
            <a:lvl2pPr marL="45720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2pPr>
            <a:lvl3pPr marL="91440" indent="0">
              <a:buNone/>
              <a:defRPr sz="180">
                <a:solidFill>
                  <a:schemeClr val="tx1">
                    <a:tint val="75000"/>
                  </a:schemeClr>
                </a:solidFill>
              </a:defRPr>
            </a:lvl3pPr>
            <a:lvl4pPr marL="13716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4pPr>
            <a:lvl5pPr marL="18288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5pPr>
            <a:lvl6pPr marL="22860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6pPr>
            <a:lvl7pPr marL="27432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7pPr>
            <a:lvl8pPr marL="32004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8pPr>
            <a:lvl9pPr marL="36576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2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48683"/>
            <a:ext cx="78867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" y="224155"/>
            <a:ext cx="386834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" y="334010"/>
            <a:ext cx="386834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" y="224155"/>
            <a:ext cx="388739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" y="334010"/>
            <a:ext cx="388739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47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22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36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" y="131657"/>
            <a:ext cx="462915" cy="649817"/>
          </a:xfrm>
        </p:spPr>
        <p:txBody>
          <a:bodyPr/>
          <a:lstStyle>
            <a:lvl1pPr>
              <a:defRPr sz="320"/>
            </a:lvl1pPr>
            <a:lvl2pPr>
              <a:defRPr sz="280"/>
            </a:lvl2pPr>
            <a:lvl3pPr>
              <a:defRPr sz="240"/>
            </a:lvl3pPr>
            <a:lvl4pPr>
              <a:defRPr sz="200"/>
            </a:lvl4pPr>
            <a:lvl5pPr>
              <a:defRPr sz="200"/>
            </a:lvl5pPr>
            <a:lvl6pPr>
              <a:defRPr sz="200"/>
            </a:lvl6pPr>
            <a:lvl7pPr>
              <a:defRPr sz="200"/>
            </a:lvl7pPr>
            <a:lvl8pPr>
              <a:defRPr sz="200"/>
            </a:lvl8pPr>
            <a:lvl9pPr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10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" y="131657"/>
            <a:ext cx="462915" cy="649817"/>
          </a:xfrm>
        </p:spPr>
        <p:txBody>
          <a:bodyPr anchor="t"/>
          <a:lstStyle>
            <a:lvl1pPr marL="0" indent="0">
              <a:buNone/>
              <a:defRPr sz="320"/>
            </a:lvl1pPr>
            <a:lvl2pPr marL="45720" indent="0">
              <a:buNone/>
              <a:defRPr sz="280"/>
            </a:lvl2pPr>
            <a:lvl3pPr marL="91440" indent="0">
              <a:buNone/>
              <a:defRPr sz="240"/>
            </a:lvl3pPr>
            <a:lvl4pPr marL="137160" indent="0">
              <a:buNone/>
              <a:defRPr sz="200"/>
            </a:lvl4pPr>
            <a:lvl5pPr marL="182880" indent="0">
              <a:buNone/>
              <a:defRPr sz="200"/>
            </a:lvl5pPr>
            <a:lvl6pPr marL="228600" indent="0">
              <a:buNone/>
              <a:defRPr sz="200"/>
            </a:lvl6pPr>
            <a:lvl7pPr marL="274320" indent="0">
              <a:buNone/>
              <a:defRPr sz="200"/>
            </a:lvl7pPr>
            <a:lvl8pPr marL="320040" indent="0">
              <a:buNone/>
              <a:defRPr sz="200"/>
            </a:lvl8pPr>
            <a:lvl9pPr marL="365760" indent="0">
              <a:buNone/>
              <a:defRPr sz="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498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4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" y="48683"/>
            <a:ext cx="197168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" y="48683"/>
            <a:ext cx="580073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3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" y="48683"/>
            <a:ext cx="78867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" y="243417"/>
            <a:ext cx="78867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69BF9-D741-254B-B338-3310D94657A4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" y="847514"/>
            <a:ext cx="30861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55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" rtl="0" eaLnBrk="1" latinLnBrk="0" hangingPunct="1">
        <a:lnSpc>
          <a:spcPct val="90000"/>
        </a:lnSpc>
        <a:spcBef>
          <a:spcPct val="0"/>
        </a:spcBef>
        <a:buNone/>
        <a:defRPr sz="4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" indent="-22860" algn="l" defTabSz="9144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28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2313F9A3-2006-B09A-7551-F659739E85F0}"/>
              </a:ext>
            </a:extLst>
          </p:cNvPr>
          <p:cNvSpPr txBox="1"/>
          <p:nvPr/>
        </p:nvSpPr>
        <p:spPr>
          <a:xfrm>
            <a:off x="-1861314" y="996807"/>
            <a:ext cx="4668040" cy="2440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b="1" dirty="0">
                <a:solidFill>
                  <a:schemeClr val="tx2"/>
                </a:solidFill>
                <a:latin typeface="Candara" panose="020E0502030303020204" pitchFamily="34" charset="0"/>
              </a:rPr>
              <a:t>Translational Organ Microsystems</a:t>
            </a:r>
          </a:p>
          <a:p>
            <a:pPr marL="11113" algn="ctr"/>
            <a:r>
              <a:rPr lang="en-GB" dirty="0">
                <a:solidFill>
                  <a:schemeClr val="tx2"/>
                </a:solidFill>
                <a:latin typeface="Candara" panose="020E0502030303020204" pitchFamily="34" charset="0"/>
              </a:rPr>
              <a:t>Organ-chips . Biofabrication . Translation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22939AAF-2A5A-44AB-00F0-06B2A9ABCEC8}"/>
              </a:ext>
            </a:extLst>
          </p:cNvPr>
          <p:cNvSpPr/>
          <p:nvPr/>
        </p:nvSpPr>
        <p:spPr>
          <a:xfrm>
            <a:off x="-85463" y="-371033"/>
            <a:ext cx="1085327" cy="1063194"/>
          </a:xfrm>
          <a:prstGeom prst="roundRect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9201DA-0617-3CA3-101C-2A4F1893AEEA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999863" y="160564"/>
            <a:ext cx="291568" cy="0"/>
          </a:xfrm>
          <a:prstGeom prst="line">
            <a:avLst/>
          </a:prstGeom>
          <a:ln w="381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BB30C2A-A015-7048-7BA3-4B0A8EBFA38D}"/>
              </a:ext>
            </a:extLst>
          </p:cNvPr>
          <p:cNvCxnSpPr>
            <a:cxnSpLocks/>
          </p:cNvCxnSpPr>
          <p:nvPr/>
        </p:nvCxnSpPr>
        <p:spPr>
          <a:xfrm flipV="1">
            <a:off x="457200" y="692161"/>
            <a:ext cx="0" cy="288028"/>
          </a:xfrm>
          <a:prstGeom prst="line">
            <a:avLst/>
          </a:prstGeom>
          <a:ln w="381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838BB9F0-70B9-6E1D-BC98-A23B088B8D6E}"/>
              </a:ext>
            </a:extLst>
          </p:cNvPr>
          <p:cNvSpPr/>
          <p:nvPr/>
        </p:nvSpPr>
        <p:spPr>
          <a:xfrm>
            <a:off x="144885" y="-60618"/>
            <a:ext cx="626301" cy="526719"/>
          </a:xfrm>
          <a:prstGeom prst="rect">
            <a:avLst/>
          </a:prstGeom>
          <a:solidFill>
            <a:schemeClr val="bg1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8" name="Graphic 87" descr="Splash with solid fill">
            <a:extLst>
              <a:ext uri="{FF2B5EF4-FFF2-40B4-BE49-F238E27FC236}">
                <a16:creationId xmlns:a16="http://schemas.microsoft.com/office/drawing/2014/main" id="{D0EF241E-DDE3-6E5A-9D03-BDAA080CF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8037" y="-565141"/>
            <a:ext cx="1085327" cy="1085327"/>
          </a:xfrm>
          <a:prstGeom prst="rect">
            <a:avLst/>
          </a:prstGeom>
        </p:spPr>
      </p:pic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CCE3A682-FBF8-69D3-FC0F-679209F655A8}"/>
              </a:ext>
            </a:extLst>
          </p:cNvPr>
          <p:cNvSpPr/>
          <p:nvPr/>
        </p:nvSpPr>
        <p:spPr>
          <a:xfrm>
            <a:off x="-30198" y="-1023153"/>
            <a:ext cx="986431" cy="175500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C3C202A1-F254-5308-4084-093EAAA6A0A4}"/>
              </a:ext>
            </a:extLst>
          </p:cNvPr>
          <p:cNvSpPr/>
          <p:nvPr/>
        </p:nvSpPr>
        <p:spPr>
          <a:xfrm>
            <a:off x="84675" y="-851433"/>
            <a:ext cx="748157" cy="92300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Trapezoid 91">
            <a:extLst>
              <a:ext uri="{FF2B5EF4-FFF2-40B4-BE49-F238E27FC236}">
                <a16:creationId xmlns:a16="http://schemas.microsoft.com/office/drawing/2014/main" id="{1D958663-9EE1-B8DC-4C9F-7EF9D6666528}"/>
              </a:ext>
            </a:extLst>
          </p:cNvPr>
          <p:cNvSpPr/>
          <p:nvPr/>
        </p:nvSpPr>
        <p:spPr>
          <a:xfrm rot="10800000">
            <a:off x="262085" y="-757849"/>
            <a:ext cx="421242" cy="173430"/>
          </a:xfrm>
          <a:prstGeom prst="trapezoid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A9905263-6B1E-77B9-A4A3-A747FD810C8F}"/>
              </a:ext>
            </a:extLst>
          </p:cNvPr>
          <p:cNvSpPr/>
          <p:nvPr/>
        </p:nvSpPr>
        <p:spPr>
          <a:xfrm>
            <a:off x="1763660" y="-286648"/>
            <a:ext cx="227385" cy="362752"/>
          </a:xfrm>
          <a:custGeom>
            <a:avLst/>
            <a:gdLst>
              <a:gd name="csX0" fmla="*/ 21749 w 288877"/>
              <a:gd name="csY0" fmla="*/ 0 h 410966"/>
              <a:gd name="csX1" fmla="*/ 21749 w 288877"/>
              <a:gd name="csY1" fmla="*/ 102742 h 410966"/>
              <a:gd name="csX2" fmla="*/ 247781 w 288877"/>
              <a:gd name="csY2" fmla="*/ 133564 h 410966"/>
              <a:gd name="csX3" fmla="*/ 278603 w 288877"/>
              <a:gd name="csY3" fmla="*/ 410966 h 410966"/>
              <a:gd name="csX4" fmla="*/ 278603 w 288877"/>
              <a:gd name="csY4" fmla="*/ 410966 h 410966"/>
              <a:gd name="csX5" fmla="*/ 288877 w 288877"/>
              <a:gd name="csY5" fmla="*/ 400692 h 410966"/>
              <a:gd name="csX0" fmla="*/ 15113 w 296309"/>
              <a:gd name="csY0" fmla="*/ 0 h 410966"/>
              <a:gd name="csX1" fmla="*/ 29181 w 296309"/>
              <a:gd name="csY1" fmla="*/ 102742 h 410966"/>
              <a:gd name="csX2" fmla="*/ 255213 w 296309"/>
              <a:gd name="csY2" fmla="*/ 133564 h 410966"/>
              <a:gd name="csX3" fmla="*/ 286035 w 296309"/>
              <a:gd name="csY3" fmla="*/ 410966 h 410966"/>
              <a:gd name="csX4" fmla="*/ 286035 w 296309"/>
              <a:gd name="csY4" fmla="*/ 410966 h 410966"/>
              <a:gd name="csX5" fmla="*/ 296309 w 296309"/>
              <a:gd name="csY5" fmla="*/ 400692 h 410966"/>
              <a:gd name="csX0" fmla="*/ 13287 w 294483"/>
              <a:gd name="csY0" fmla="*/ 0 h 410966"/>
              <a:gd name="csX1" fmla="*/ 27355 w 294483"/>
              <a:gd name="csY1" fmla="*/ 102742 h 410966"/>
              <a:gd name="csX2" fmla="*/ 253387 w 294483"/>
              <a:gd name="csY2" fmla="*/ 133564 h 410966"/>
              <a:gd name="csX3" fmla="*/ 284209 w 294483"/>
              <a:gd name="csY3" fmla="*/ 410966 h 410966"/>
              <a:gd name="csX4" fmla="*/ 284209 w 294483"/>
              <a:gd name="csY4" fmla="*/ 410966 h 410966"/>
              <a:gd name="csX5" fmla="*/ 294483 w 294483"/>
              <a:gd name="csY5" fmla="*/ 400692 h 410966"/>
              <a:gd name="csX0" fmla="*/ 13287 w 285752"/>
              <a:gd name="csY0" fmla="*/ 0 h 410966"/>
              <a:gd name="csX1" fmla="*/ 27355 w 285752"/>
              <a:gd name="csY1" fmla="*/ 102742 h 410966"/>
              <a:gd name="csX2" fmla="*/ 253387 w 285752"/>
              <a:gd name="csY2" fmla="*/ 133564 h 410966"/>
              <a:gd name="csX3" fmla="*/ 284209 w 285752"/>
              <a:gd name="csY3" fmla="*/ 410966 h 410966"/>
              <a:gd name="csX4" fmla="*/ 284209 w 285752"/>
              <a:gd name="csY4" fmla="*/ 410966 h 410966"/>
              <a:gd name="csX0" fmla="*/ 13287 w 290193"/>
              <a:gd name="csY0" fmla="*/ 0 h 410966"/>
              <a:gd name="csX1" fmla="*/ 27355 w 290193"/>
              <a:gd name="csY1" fmla="*/ 102742 h 410966"/>
              <a:gd name="csX2" fmla="*/ 253387 w 290193"/>
              <a:gd name="csY2" fmla="*/ 133564 h 410966"/>
              <a:gd name="csX3" fmla="*/ 284209 w 290193"/>
              <a:gd name="csY3" fmla="*/ 410966 h 410966"/>
              <a:gd name="csX4" fmla="*/ 290193 w 290193"/>
              <a:gd name="csY4" fmla="*/ 366999 h 410966"/>
              <a:gd name="csX0" fmla="*/ 10965 w 293857"/>
              <a:gd name="csY0" fmla="*/ 0 h 406968"/>
              <a:gd name="csX1" fmla="*/ 31019 w 293857"/>
              <a:gd name="csY1" fmla="*/ 98744 h 406968"/>
              <a:gd name="csX2" fmla="*/ 257051 w 293857"/>
              <a:gd name="csY2" fmla="*/ 129566 h 406968"/>
              <a:gd name="csX3" fmla="*/ 287873 w 293857"/>
              <a:gd name="csY3" fmla="*/ 406968 h 406968"/>
              <a:gd name="csX4" fmla="*/ 293857 w 293857"/>
              <a:gd name="csY4" fmla="*/ 363001 h 406968"/>
              <a:gd name="csX0" fmla="*/ 6174 w 289066"/>
              <a:gd name="csY0" fmla="*/ 0 h 406968"/>
              <a:gd name="csX1" fmla="*/ 26228 w 289066"/>
              <a:gd name="csY1" fmla="*/ 98744 h 406968"/>
              <a:gd name="csX2" fmla="*/ 252260 w 289066"/>
              <a:gd name="csY2" fmla="*/ 129566 h 406968"/>
              <a:gd name="csX3" fmla="*/ 283082 w 289066"/>
              <a:gd name="csY3" fmla="*/ 406968 h 406968"/>
              <a:gd name="csX4" fmla="*/ 289066 w 289066"/>
              <a:gd name="csY4" fmla="*/ 363001 h 406968"/>
              <a:gd name="csX0" fmla="*/ 255 w 319053"/>
              <a:gd name="csY0" fmla="*/ 0 h 406968"/>
              <a:gd name="csX1" fmla="*/ 56215 w 319053"/>
              <a:gd name="csY1" fmla="*/ 98744 h 406968"/>
              <a:gd name="csX2" fmla="*/ 282247 w 319053"/>
              <a:gd name="csY2" fmla="*/ 129566 h 406968"/>
              <a:gd name="csX3" fmla="*/ 313069 w 319053"/>
              <a:gd name="csY3" fmla="*/ 406968 h 406968"/>
              <a:gd name="csX4" fmla="*/ 319053 w 319053"/>
              <a:gd name="csY4" fmla="*/ 363001 h 406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9053" h="406968">
                <a:moveTo>
                  <a:pt x="255" y="0"/>
                </a:moveTo>
                <a:cubicBezTo>
                  <a:pt x="-1922" y="84205"/>
                  <a:pt x="9216" y="77150"/>
                  <a:pt x="56215" y="98744"/>
                </a:cubicBezTo>
                <a:cubicBezTo>
                  <a:pt x="103214" y="120338"/>
                  <a:pt x="239438" y="78195"/>
                  <a:pt x="282247" y="129566"/>
                </a:cubicBezTo>
                <a:cubicBezTo>
                  <a:pt x="325056" y="180937"/>
                  <a:pt x="313069" y="406968"/>
                  <a:pt x="313069" y="406968"/>
                </a:cubicBezTo>
                <a:lnTo>
                  <a:pt x="319053" y="363001"/>
                </a:ln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F03AC49-8A54-EE2E-ECA6-9BE9C1BA2C6B}"/>
              </a:ext>
            </a:extLst>
          </p:cNvPr>
          <p:cNvCxnSpPr/>
          <p:nvPr/>
        </p:nvCxnSpPr>
        <p:spPr>
          <a:xfrm>
            <a:off x="138536" y="-152899"/>
            <a:ext cx="62630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909429-87AE-B66C-DEFC-A51F7EFE1D73}"/>
              </a:ext>
            </a:extLst>
          </p:cNvPr>
          <p:cNvCxnSpPr>
            <a:cxnSpLocks/>
          </p:cNvCxnSpPr>
          <p:nvPr/>
        </p:nvCxnSpPr>
        <p:spPr>
          <a:xfrm>
            <a:off x="1556461" y="-377963"/>
            <a:ext cx="434582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CA078F-D964-D806-46E1-64591FAD2637}"/>
              </a:ext>
            </a:extLst>
          </p:cNvPr>
          <p:cNvCxnSpPr>
            <a:cxnSpLocks/>
          </p:cNvCxnSpPr>
          <p:nvPr/>
        </p:nvCxnSpPr>
        <p:spPr>
          <a:xfrm>
            <a:off x="459843" y="-194503"/>
            <a:ext cx="30075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9CEE4D-8A47-0FAD-A5FF-8450823CFADD}"/>
              </a:ext>
            </a:extLst>
          </p:cNvPr>
          <p:cNvCxnSpPr>
            <a:cxnSpLocks/>
          </p:cNvCxnSpPr>
          <p:nvPr/>
        </p:nvCxnSpPr>
        <p:spPr>
          <a:xfrm>
            <a:off x="478119" y="-565141"/>
            <a:ext cx="0" cy="37063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23">
            <a:extLst>
              <a:ext uri="{FF2B5EF4-FFF2-40B4-BE49-F238E27FC236}">
                <a16:creationId xmlns:a16="http://schemas.microsoft.com/office/drawing/2014/main" id="{E2DB643E-ABB0-374E-9F0F-36BD5C11917D}"/>
              </a:ext>
            </a:extLst>
          </p:cNvPr>
          <p:cNvSpPr/>
          <p:nvPr/>
        </p:nvSpPr>
        <p:spPr>
          <a:xfrm>
            <a:off x="-1372081" y="-481334"/>
            <a:ext cx="679091" cy="854617"/>
          </a:xfrm>
          <a:custGeom>
            <a:avLst/>
            <a:gdLst>
              <a:gd name="csX0" fmla="*/ 295077 w 648858"/>
              <a:gd name="csY0" fmla="*/ 298936 h 854617"/>
              <a:gd name="csX1" fmla="*/ 358577 w 648858"/>
              <a:gd name="csY1" fmla="*/ 264011 h 854617"/>
              <a:gd name="csX2" fmla="*/ 428427 w 648858"/>
              <a:gd name="csY2" fmla="*/ 175111 h 854617"/>
              <a:gd name="csX3" fmla="*/ 498277 w 648858"/>
              <a:gd name="csY3" fmla="*/ 127486 h 854617"/>
              <a:gd name="csX4" fmla="*/ 603052 w 648858"/>
              <a:gd name="csY4" fmla="*/ 133836 h 854617"/>
              <a:gd name="csX5" fmla="*/ 641152 w 648858"/>
              <a:gd name="csY5" fmla="*/ 181461 h 854617"/>
              <a:gd name="csX6" fmla="*/ 644327 w 648858"/>
              <a:gd name="csY6" fmla="*/ 260836 h 854617"/>
              <a:gd name="csX7" fmla="*/ 590352 w 648858"/>
              <a:gd name="csY7" fmla="*/ 340211 h 854617"/>
              <a:gd name="csX8" fmla="*/ 542727 w 648858"/>
              <a:gd name="csY8" fmla="*/ 498961 h 854617"/>
              <a:gd name="csX9" fmla="*/ 568127 w 648858"/>
              <a:gd name="csY9" fmla="*/ 616436 h 854617"/>
              <a:gd name="csX10" fmla="*/ 634802 w 648858"/>
              <a:gd name="csY10" fmla="*/ 768836 h 854617"/>
              <a:gd name="csX11" fmla="*/ 615752 w 648858"/>
              <a:gd name="csY11" fmla="*/ 816461 h 854617"/>
              <a:gd name="csX12" fmla="*/ 491927 w 648858"/>
              <a:gd name="csY12" fmla="*/ 803761 h 854617"/>
              <a:gd name="csX13" fmla="*/ 437952 w 648858"/>
              <a:gd name="csY13" fmla="*/ 727561 h 854617"/>
              <a:gd name="csX14" fmla="*/ 352227 w 648858"/>
              <a:gd name="csY14" fmla="*/ 651361 h 854617"/>
              <a:gd name="csX15" fmla="*/ 282377 w 648858"/>
              <a:gd name="csY15" fmla="*/ 676761 h 854617"/>
              <a:gd name="csX16" fmla="*/ 187127 w 648858"/>
              <a:gd name="csY16" fmla="*/ 794236 h 854617"/>
              <a:gd name="csX17" fmla="*/ 85527 w 648858"/>
              <a:gd name="csY17" fmla="*/ 854561 h 854617"/>
              <a:gd name="csX18" fmla="*/ 9327 w 648858"/>
              <a:gd name="csY18" fmla="*/ 784711 h 854617"/>
              <a:gd name="csX19" fmla="*/ 6152 w 648858"/>
              <a:gd name="csY19" fmla="*/ 664061 h 854617"/>
              <a:gd name="csX20" fmla="*/ 53777 w 648858"/>
              <a:gd name="csY20" fmla="*/ 562461 h 854617"/>
              <a:gd name="csX21" fmla="*/ 114102 w 648858"/>
              <a:gd name="csY21" fmla="*/ 486261 h 854617"/>
              <a:gd name="csX22" fmla="*/ 123627 w 648858"/>
              <a:gd name="csY22" fmla="*/ 365611 h 854617"/>
              <a:gd name="csX23" fmla="*/ 37902 w 648858"/>
              <a:gd name="csY23" fmla="*/ 264011 h 854617"/>
              <a:gd name="csX24" fmla="*/ 9327 w 648858"/>
              <a:gd name="csY24" fmla="*/ 190986 h 854617"/>
              <a:gd name="csX25" fmla="*/ 37902 w 648858"/>
              <a:gd name="csY25" fmla="*/ 86211 h 854617"/>
              <a:gd name="csX26" fmla="*/ 114102 w 648858"/>
              <a:gd name="csY26" fmla="*/ 13186 h 854617"/>
              <a:gd name="csX27" fmla="*/ 244277 w 648858"/>
              <a:gd name="csY27" fmla="*/ 6836 h 854617"/>
              <a:gd name="csX28" fmla="*/ 323652 w 648858"/>
              <a:gd name="csY28" fmla="*/ 86211 h 854617"/>
              <a:gd name="csX29" fmla="*/ 295077 w 648858"/>
              <a:gd name="csY29" fmla="*/ 298936 h 854617"/>
              <a:gd name="csX0" fmla="*/ 323652 w 648858"/>
              <a:gd name="csY0" fmla="*/ 86211 h 854617"/>
              <a:gd name="csX1" fmla="*/ 358577 w 648858"/>
              <a:gd name="csY1" fmla="*/ 264011 h 854617"/>
              <a:gd name="csX2" fmla="*/ 428427 w 648858"/>
              <a:gd name="csY2" fmla="*/ 175111 h 854617"/>
              <a:gd name="csX3" fmla="*/ 498277 w 648858"/>
              <a:gd name="csY3" fmla="*/ 127486 h 854617"/>
              <a:gd name="csX4" fmla="*/ 603052 w 648858"/>
              <a:gd name="csY4" fmla="*/ 133836 h 854617"/>
              <a:gd name="csX5" fmla="*/ 641152 w 648858"/>
              <a:gd name="csY5" fmla="*/ 181461 h 854617"/>
              <a:gd name="csX6" fmla="*/ 644327 w 648858"/>
              <a:gd name="csY6" fmla="*/ 260836 h 854617"/>
              <a:gd name="csX7" fmla="*/ 590352 w 648858"/>
              <a:gd name="csY7" fmla="*/ 340211 h 854617"/>
              <a:gd name="csX8" fmla="*/ 542727 w 648858"/>
              <a:gd name="csY8" fmla="*/ 498961 h 854617"/>
              <a:gd name="csX9" fmla="*/ 568127 w 648858"/>
              <a:gd name="csY9" fmla="*/ 616436 h 854617"/>
              <a:gd name="csX10" fmla="*/ 634802 w 648858"/>
              <a:gd name="csY10" fmla="*/ 768836 h 854617"/>
              <a:gd name="csX11" fmla="*/ 615752 w 648858"/>
              <a:gd name="csY11" fmla="*/ 816461 h 854617"/>
              <a:gd name="csX12" fmla="*/ 491927 w 648858"/>
              <a:gd name="csY12" fmla="*/ 803761 h 854617"/>
              <a:gd name="csX13" fmla="*/ 437952 w 648858"/>
              <a:gd name="csY13" fmla="*/ 727561 h 854617"/>
              <a:gd name="csX14" fmla="*/ 352227 w 648858"/>
              <a:gd name="csY14" fmla="*/ 651361 h 854617"/>
              <a:gd name="csX15" fmla="*/ 282377 w 648858"/>
              <a:gd name="csY15" fmla="*/ 676761 h 854617"/>
              <a:gd name="csX16" fmla="*/ 187127 w 648858"/>
              <a:gd name="csY16" fmla="*/ 794236 h 854617"/>
              <a:gd name="csX17" fmla="*/ 85527 w 648858"/>
              <a:gd name="csY17" fmla="*/ 854561 h 854617"/>
              <a:gd name="csX18" fmla="*/ 9327 w 648858"/>
              <a:gd name="csY18" fmla="*/ 784711 h 854617"/>
              <a:gd name="csX19" fmla="*/ 6152 w 648858"/>
              <a:gd name="csY19" fmla="*/ 664061 h 854617"/>
              <a:gd name="csX20" fmla="*/ 53777 w 648858"/>
              <a:gd name="csY20" fmla="*/ 562461 h 854617"/>
              <a:gd name="csX21" fmla="*/ 114102 w 648858"/>
              <a:gd name="csY21" fmla="*/ 486261 h 854617"/>
              <a:gd name="csX22" fmla="*/ 123627 w 648858"/>
              <a:gd name="csY22" fmla="*/ 365611 h 854617"/>
              <a:gd name="csX23" fmla="*/ 37902 w 648858"/>
              <a:gd name="csY23" fmla="*/ 264011 h 854617"/>
              <a:gd name="csX24" fmla="*/ 9327 w 648858"/>
              <a:gd name="csY24" fmla="*/ 190986 h 854617"/>
              <a:gd name="csX25" fmla="*/ 37902 w 648858"/>
              <a:gd name="csY25" fmla="*/ 86211 h 854617"/>
              <a:gd name="csX26" fmla="*/ 114102 w 648858"/>
              <a:gd name="csY26" fmla="*/ 13186 h 854617"/>
              <a:gd name="csX27" fmla="*/ 244277 w 648858"/>
              <a:gd name="csY27" fmla="*/ 6836 h 854617"/>
              <a:gd name="csX28" fmla="*/ 323652 w 648858"/>
              <a:gd name="csY28" fmla="*/ 86211 h 854617"/>
              <a:gd name="csX0" fmla="*/ 323652 w 648858"/>
              <a:gd name="csY0" fmla="*/ 86211 h 854617"/>
              <a:gd name="csX1" fmla="*/ 428427 w 648858"/>
              <a:gd name="csY1" fmla="*/ 175111 h 854617"/>
              <a:gd name="csX2" fmla="*/ 498277 w 648858"/>
              <a:gd name="csY2" fmla="*/ 127486 h 854617"/>
              <a:gd name="csX3" fmla="*/ 603052 w 648858"/>
              <a:gd name="csY3" fmla="*/ 133836 h 854617"/>
              <a:gd name="csX4" fmla="*/ 641152 w 648858"/>
              <a:gd name="csY4" fmla="*/ 181461 h 854617"/>
              <a:gd name="csX5" fmla="*/ 644327 w 648858"/>
              <a:gd name="csY5" fmla="*/ 260836 h 854617"/>
              <a:gd name="csX6" fmla="*/ 590352 w 648858"/>
              <a:gd name="csY6" fmla="*/ 340211 h 854617"/>
              <a:gd name="csX7" fmla="*/ 542727 w 648858"/>
              <a:gd name="csY7" fmla="*/ 498961 h 854617"/>
              <a:gd name="csX8" fmla="*/ 568127 w 648858"/>
              <a:gd name="csY8" fmla="*/ 616436 h 854617"/>
              <a:gd name="csX9" fmla="*/ 634802 w 648858"/>
              <a:gd name="csY9" fmla="*/ 768836 h 854617"/>
              <a:gd name="csX10" fmla="*/ 615752 w 648858"/>
              <a:gd name="csY10" fmla="*/ 816461 h 854617"/>
              <a:gd name="csX11" fmla="*/ 491927 w 648858"/>
              <a:gd name="csY11" fmla="*/ 803761 h 854617"/>
              <a:gd name="csX12" fmla="*/ 437952 w 648858"/>
              <a:gd name="csY12" fmla="*/ 727561 h 854617"/>
              <a:gd name="csX13" fmla="*/ 352227 w 648858"/>
              <a:gd name="csY13" fmla="*/ 651361 h 854617"/>
              <a:gd name="csX14" fmla="*/ 282377 w 648858"/>
              <a:gd name="csY14" fmla="*/ 676761 h 854617"/>
              <a:gd name="csX15" fmla="*/ 187127 w 648858"/>
              <a:gd name="csY15" fmla="*/ 794236 h 854617"/>
              <a:gd name="csX16" fmla="*/ 85527 w 648858"/>
              <a:gd name="csY16" fmla="*/ 854561 h 854617"/>
              <a:gd name="csX17" fmla="*/ 9327 w 648858"/>
              <a:gd name="csY17" fmla="*/ 784711 h 854617"/>
              <a:gd name="csX18" fmla="*/ 6152 w 648858"/>
              <a:gd name="csY18" fmla="*/ 664061 h 854617"/>
              <a:gd name="csX19" fmla="*/ 53777 w 648858"/>
              <a:gd name="csY19" fmla="*/ 562461 h 854617"/>
              <a:gd name="csX20" fmla="*/ 114102 w 648858"/>
              <a:gd name="csY20" fmla="*/ 486261 h 854617"/>
              <a:gd name="csX21" fmla="*/ 123627 w 648858"/>
              <a:gd name="csY21" fmla="*/ 365611 h 854617"/>
              <a:gd name="csX22" fmla="*/ 37902 w 648858"/>
              <a:gd name="csY22" fmla="*/ 264011 h 854617"/>
              <a:gd name="csX23" fmla="*/ 9327 w 648858"/>
              <a:gd name="csY23" fmla="*/ 190986 h 854617"/>
              <a:gd name="csX24" fmla="*/ 37902 w 648858"/>
              <a:gd name="csY24" fmla="*/ 86211 h 854617"/>
              <a:gd name="csX25" fmla="*/ 114102 w 648858"/>
              <a:gd name="csY25" fmla="*/ 13186 h 854617"/>
              <a:gd name="csX26" fmla="*/ 244277 w 648858"/>
              <a:gd name="csY26" fmla="*/ 6836 h 854617"/>
              <a:gd name="csX27" fmla="*/ 323652 w 648858"/>
              <a:gd name="csY27" fmla="*/ 86211 h 854617"/>
              <a:gd name="csX0" fmla="*/ 323652 w 648858"/>
              <a:gd name="csY0" fmla="*/ 86211 h 854617"/>
              <a:gd name="csX1" fmla="*/ 428427 w 648858"/>
              <a:gd name="csY1" fmla="*/ 175111 h 854617"/>
              <a:gd name="csX2" fmla="*/ 498277 w 648858"/>
              <a:gd name="csY2" fmla="*/ 127486 h 854617"/>
              <a:gd name="csX3" fmla="*/ 603052 w 648858"/>
              <a:gd name="csY3" fmla="*/ 133836 h 854617"/>
              <a:gd name="csX4" fmla="*/ 641152 w 648858"/>
              <a:gd name="csY4" fmla="*/ 181461 h 854617"/>
              <a:gd name="csX5" fmla="*/ 644327 w 648858"/>
              <a:gd name="csY5" fmla="*/ 260836 h 854617"/>
              <a:gd name="csX6" fmla="*/ 590352 w 648858"/>
              <a:gd name="csY6" fmla="*/ 340211 h 854617"/>
              <a:gd name="csX7" fmla="*/ 587177 w 648858"/>
              <a:gd name="csY7" fmla="*/ 527536 h 854617"/>
              <a:gd name="csX8" fmla="*/ 568127 w 648858"/>
              <a:gd name="csY8" fmla="*/ 616436 h 854617"/>
              <a:gd name="csX9" fmla="*/ 634802 w 648858"/>
              <a:gd name="csY9" fmla="*/ 768836 h 854617"/>
              <a:gd name="csX10" fmla="*/ 615752 w 648858"/>
              <a:gd name="csY10" fmla="*/ 816461 h 854617"/>
              <a:gd name="csX11" fmla="*/ 491927 w 648858"/>
              <a:gd name="csY11" fmla="*/ 803761 h 854617"/>
              <a:gd name="csX12" fmla="*/ 437952 w 648858"/>
              <a:gd name="csY12" fmla="*/ 727561 h 854617"/>
              <a:gd name="csX13" fmla="*/ 352227 w 648858"/>
              <a:gd name="csY13" fmla="*/ 651361 h 854617"/>
              <a:gd name="csX14" fmla="*/ 282377 w 648858"/>
              <a:gd name="csY14" fmla="*/ 676761 h 854617"/>
              <a:gd name="csX15" fmla="*/ 187127 w 648858"/>
              <a:gd name="csY15" fmla="*/ 794236 h 854617"/>
              <a:gd name="csX16" fmla="*/ 85527 w 648858"/>
              <a:gd name="csY16" fmla="*/ 854561 h 854617"/>
              <a:gd name="csX17" fmla="*/ 9327 w 648858"/>
              <a:gd name="csY17" fmla="*/ 784711 h 854617"/>
              <a:gd name="csX18" fmla="*/ 6152 w 648858"/>
              <a:gd name="csY18" fmla="*/ 664061 h 854617"/>
              <a:gd name="csX19" fmla="*/ 53777 w 648858"/>
              <a:gd name="csY19" fmla="*/ 562461 h 854617"/>
              <a:gd name="csX20" fmla="*/ 114102 w 648858"/>
              <a:gd name="csY20" fmla="*/ 486261 h 854617"/>
              <a:gd name="csX21" fmla="*/ 123627 w 648858"/>
              <a:gd name="csY21" fmla="*/ 365611 h 854617"/>
              <a:gd name="csX22" fmla="*/ 37902 w 648858"/>
              <a:gd name="csY22" fmla="*/ 264011 h 854617"/>
              <a:gd name="csX23" fmla="*/ 9327 w 648858"/>
              <a:gd name="csY23" fmla="*/ 190986 h 854617"/>
              <a:gd name="csX24" fmla="*/ 37902 w 648858"/>
              <a:gd name="csY24" fmla="*/ 86211 h 854617"/>
              <a:gd name="csX25" fmla="*/ 114102 w 648858"/>
              <a:gd name="csY25" fmla="*/ 13186 h 854617"/>
              <a:gd name="csX26" fmla="*/ 244277 w 648858"/>
              <a:gd name="csY26" fmla="*/ 6836 h 854617"/>
              <a:gd name="csX27" fmla="*/ 323652 w 648858"/>
              <a:gd name="csY27" fmla="*/ 86211 h 854617"/>
              <a:gd name="csX0" fmla="*/ 323652 w 647876"/>
              <a:gd name="csY0" fmla="*/ 86211 h 854617"/>
              <a:gd name="csX1" fmla="*/ 428427 w 647876"/>
              <a:gd name="csY1" fmla="*/ 175111 h 854617"/>
              <a:gd name="csX2" fmla="*/ 498277 w 647876"/>
              <a:gd name="csY2" fmla="*/ 127486 h 854617"/>
              <a:gd name="csX3" fmla="*/ 628452 w 647876"/>
              <a:gd name="csY3" fmla="*/ 57636 h 854617"/>
              <a:gd name="csX4" fmla="*/ 641152 w 647876"/>
              <a:gd name="csY4" fmla="*/ 181461 h 854617"/>
              <a:gd name="csX5" fmla="*/ 644327 w 647876"/>
              <a:gd name="csY5" fmla="*/ 260836 h 854617"/>
              <a:gd name="csX6" fmla="*/ 590352 w 647876"/>
              <a:gd name="csY6" fmla="*/ 340211 h 854617"/>
              <a:gd name="csX7" fmla="*/ 587177 w 647876"/>
              <a:gd name="csY7" fmla="*/ 527536 h 854617"/>
              <a:gd name="csX8" fmla="*/ 568127 w 647876"/>
              <a:gd name="csY8" fmla="*/ 616436 h 854617"/>
              <a:gd name="csX9" fmla="*/ 634802 w 647876"/>
              <a:gd name="csY9" fmla="*/ 768836 h 854617"/>
              <a:gd name="csX10" fmla="*/ 615752 w 647876"/>
              <a:gd name="csY10" fmla="*/ 816461 h 854617"/>
              <a:gd name="csX11" fmla="*/ 491927 w 647876"/>
              <a:gd name="csY11" fmla="*/ 803761 h 854617"/>
              <a:gd name="csX12" fmla="*/ 437952 w 647876"/>
              <a:gd name="csY12" fmla="*/ 727561 h 854617"/>
              <a:gd name="csX13" fmla="*/ 352227 w 647876"/>
              <a:gd name="csY13" fmla="*/ 651361 h 854617"/>
              <a:gd name="csX14" fmla="*/ 282377 w 647876"/>
              <a:gd name="csY14" fmla="*/ 676761 h 854617"/>
              <a:gd name="csX15" fmla="*/ 187127 w 647876"/>
              <a:gd name="csY15" fmla="*/ 794236 h 854617"/>
              <a:gd name="csX16" fmla="*/ 85527 w 647876"/>
              <a:gd name="csY16" fmla="*/ 854561 h 854617"/>
              <a:gd name="csX17" fmla="*/ 9327 w 647876"/>
              <a:gd name="csY17" fmla="*/ 784711 h 854617"/>
              <a:gd name="csX18" fmla="*/ 6152 w 647876"/>
              <a:gd name="csY18" fmla="*/ 664061 h 854617"/>
              <a:gd name="csX19" fmla="*/ 53777 w 647876"/>
              <a:gd name="csY19" fmla="*/ 562461 h 854617"/>
              <a:gd name="csX20" fmla="*/ 114102 w 647876"/>
              <a:gd name="csY20" fmla="*/ 486261 h 854617"/>
              <a:gd name="csX21" fmla="*/ 123627 w 647876"/>
              <a:gd name="csY21" fmla="*/ 365611 h 854617"/>
              <a:gd name="csX22" fmla="*/ 37902 w 647876"/>
              <a:gd name="csY22" fmla="*/ 264011 h 854617"/>
              <a:gd name="csX23" fmla="*/ 9327 w 647876"/>
              <a:gd name="csY23" fmla="*/ 190986 h 854617"/>
              <a:gd name="csX24" fmla="*/ 37902 w 647876"/>
              <a:gd name="csY24" fmla="*/ 86211 h 854617"/>
              <a:gd name="csX25" fmla="*/ 114102 w 647876"/>
              <a:gd name="csY25" fmla="*/ 13186 h 854617"/>
              <a:gd name="csX26" fmla="*/ 244277 w 647876"/>
              <a:gd name="csY26" fmla="*/ 6836 h 854617"/>
              <a:gd name="csX27" fmla="*/ 323652 w 647876"/>
              <a:gd name="csY27" fmla="*/ 86211 h 854617"/>
              <a:gd name="csX0" fmla="*/ 323652 w 647876"/>
              <a:gd name="csY0" fmla="*/ 86211 h 854617"/>
              <a:gd name="csX1" fmla="*/ 428427 w 647876"/>
              <a:gd name="csY1" fmla="*/ 76686 h 854617"/>
              <a:gd name="csX2" fmla="*/ 498277 w 647876"/>
              <a:gd name="csY2" fmla="*/ 127486 h 854617"/>
              <a:gd name="csX3" fmla="*/ 628452 w 647876"/>
              <a:gd name="csY3" fmla="*/ 57636 h 854617"/>
              <a:gd name="csX4" fmla="*/ 641152 w 647876"/>
              <a:gd name="csY4" fmla="*/ 181461 h 854617"/>
              <a:gd name="csX5" fmla="*/ 644327 w 647876"/>
              <a:gd name="csY5" fmla="*/ 260836 h 854617"/>
              <a:gd name="csX6" fmla="*/ 590352 w 647876"/>
              <a:gd name="csY6" fmla="*/ 340211 h 854617"/>
              <a:gd name="csX7" fmla="*/ 587177 w 647876"/>
              <a:gd name="csY7" fmla="*/ 527536 h 854617"/>
              <a:gd name="csX8" fmla="*/ 568127 w 647876"/>
              <a:gd name="csY8" fmla="*/ 616436 h 854617"/>
              <a:gd name="csX9" fmla="*/ 634802 w 647876"/>
              <a:gd name="csY9" fmla="*/ 768836 h 854617"/>
              <a:gd name="csX10" fmla="*/ 615752 w 647876"/>
              <a:gd name="csY10" fmla="*/ 816461 h 854617"/>
              <a:gd name="csX11" fmla="*/ 491927 w 647876"/>
              <a:gd name="csY11" fmla="*/ 803761 h 854617"/>
              <a:gd name="csX12" fmla="*/ 437952 w 647876"/>
              <a:gd name="csY12" fmla="*/ 727561 h 854617"/>
              <a:gd name="csX13" fmla="*/ 352227 w 647876"/>
              <a:gd name="csY13" fmla="*/ 651361 h 854617"/>
              <a:gd name="csX14" fmla="*/ 282377 w 647876"/>
              <a:gd name="csY14" fmla="*/ 676761 h 854617"/>
              <a:gd name="csX15" fmla="*/ 187127 w 647876"/>
              <a:gd name="csY15" fmla="*/ 794236 h 854617"/>
              <a:gd name="csX16" fmla="*/ 85527 w 647876"/>
              <a:gd name="csY16" fmla="*/ 854561 h 854617"/>
              <a:gd name="csX17" fmla="*/ 9327 w 647876"/>
              <a:gd name="csY17" fmla="*/ 784711 h 854617"/>
              <a:gd name="csX18" fmla="*/ 6152 w 647876"/>
              <a:gd name="csY18" fmla="*/ 664061 h 854617"/>
              <a:gd name="csX19" fmla="*/ 53777 w 647876"/>
              <a:gd name="csY19" fmla="*/ 562461 h 854617"/>
              <a:gd name="csX20" fmla="*/ 114102 w 647876"/>
              <a:gd name="csY20" fmla="*/ 486261 h 854617"/>
              <a:gd name="csX21" fmla="*/ 123627 w 647876"/>
              <a:gd name="csY21" fmla="*/ 365611 h 854617"/>
              <a:gd name="csX22" fmla="*/ 37902 w 647876"/>
              <a:gd name="csY22" fmla="*/ 264011 h 854617"/>
              <a:gd name="csX23" fmla="*/ 9327 w 647876"/>
              <a:gd name="csY23" fmla="*/ 190986 h 854617"/>
              <a:gd name="csX24" fmla="*/ 37902 w 647876"/>
              <a:gd name="csY24" fmla="*/ 86211 h 854617"/>
              <a:gd name="csX25" fmla="*/ 114102 w 647876"/>
              <a:gd name="csY25" fmla="*/ 13186 h 854617"/>
              <a:gd name="csX26" fmla="*/ 244277 w 647876"/>
              <a:gd name="csY26" fmla="*/ 6836 h 854617"/>
              <a:gd name="csX27" fmla="*/ 323652 w 647876"/>
              <a:gd name="csY27" fmla="*/ 86211 h 854617"/>
              <a:gd name="csX0" fmla="*/ 323652 w 647876"/>
              <a:gd name="csY0" fmla="*/ 86211 h 854617"/>
              <a:gd name="csX1" fmla="*/ 428427 w 647876"/>
              <a:gd name="csY1" fmla="*/ 76686 h 854617"/>
              <a:gd name="csX2" fmla="*/ 510977 w 647876"/>
              <a:gd name="csY2" fmla="*/ 83036 h 854617"/>
              <a:gd name="csX3" fmla="*/ 628452 w 647876"/>
              <a:gd name="csY3" fmla="*/ 57636 h 854617"/>
              <a:gd name="csX4" fmla="*/ 641152 w 647876"/>
              <a:gd name="csY4" fmla="*/ 181461 h 854617"/>
              <a:gd name="csX5" fmla="*/ 644327 w 647876"/>
              <a:gd name="csY5" fmla="*/ 260836 h 854617"/>
              <a:gd name="csX6" fmla="*/ 590352 w 647876"/>
              <a:gd name="csY6" fmla="*/ 340211 h 854617"/>
              <a:gd name="csX7" fmla="*/ 587177 w 647876"/>
              <a:gd name="csY7" fmla="*/ 527536 h 854617"/>
              <a:gd name="csX8" fmla="*/ 568127 w 647876"/>
              <a:gd name="csY8" fmla="*/ 616436 h 854617"/>
              <a:gd name="csX9" fmla="*/ 634802 w 647876"/>
              <a:gd name="csY9" fmla="*/ 768836 h 854617"/>
              <a:gd name="csX10" fmla="*/ 615752 w 647876"/>
              <a:gd name="csY10" fmla="*/ 816461 h 854617"/>
              <a:gd name="csX11" fmla="*/ 491927 w 647876"/>
              <a:gd name="csY11" fmla="*/ 803761 h 854617"/>
              <a:gd name="csX12" fmla="*/ 437952 w 647876"/>
              <a:gd name="csY12" fmla="*/ 727561 h 854617"/>
              <a:gd name="csX13" fmla="*/ 352227 w 647876"/>
              <a:gd name="csY13" fmla="*/ 651361 h 854617"/>
              <a:gd name="csX14" fmla="*/ 282377 w 647876"/>
              <a:gd name="csY14" fmla="*/ 676761 h 854617"/>
              <a:gd name="csX15" fmla="*/ 187127 w 647876"/>
              <a:gd name="csY15" fmla="*/ 794236 h 854617"/>
              <a:gd name="csX16" fmla="*/ 85527 w 647876"/>
              <a:gd name="csY16" fmla="*/ 854561 h 854617"/>
              <a:gd name="csX17" fmla="*/ 9327 w 647876"/>
              <a:gd name="csY17" fmla="*/ 784711 h 854617"/>
              <a:gd name="csX18" fmla="*/ 6152 w 647876"/>
              <a:gd name="csY18" fmla="*/ 664061 h 854617"/>
              <a:gd name="csX19" fmla="*/ 53777 w 647876"/>
              <a:gd name="csY19" fmla="*/ 562461 h 854617"/>
              <a:gd name="csX20" fmla="*/ 114102 w 647876"/>
              <a:gd name="csY20" fmla="*/ 486261 h 854617"/>
              <a:gd name="csX21" fmla="*/ 123627 w 647876"/>
              <a:gd name="csY21" fmla="*/ 365611 h 854617"/>
              <a:gd name="csX22" fmla="*/ 37902 w 647876"/>
              <a:gd name="csY22" fmla="*/ 264011 h 854617"/>
              <a:gd name="csX23" fmla="*/ 9327 w 647876"/>
              <a:gd name="csY23" fmla="*/ 190986 h 854617"/>
              <a:gd name="csX24" fmla="*/ 37902 w 647876"/>
              <a:gd name="csY24" fmla="*/ 86211 h 854617"/>
              <a:gd name="csX25" fmla="*/ 114102 w 647876"/>
              <a:gd name="csY25" fmla="*/ 13186 h 854617"/>
              <a:gd name="csX26" fmla="*/ 244277 w 647876"/>
              <a:gd name="csY26" fmla="*/ 6836 h 854617"/>
              <a:gd name="csX27" fmla="*/ 323652 w 647876"/>
              <a:gd name="csY27" fmla="*/ 86211 h 854617"/>
              <a:gd name="csX0" fmla="*/ 323652 w 678971"/>
              <a:gd name="csY0" fmla="*/ 86211 h 854617"/>
              <a:gd name="csX1" fmla="*/ 428427 w 678971"/>
              <a:gd name="csY1" fmla="*/ 76686 h 854617"/>
              <a:gd name="csX2" fmla="*/ 510977 w 678971"/>
              <a:gd name="csY2" fmla="*/ 83036 h 854617"/>
              <a:gd name="csX3" fmla="*/ 628452 w 678971"/>
              <a:gd name="csY3" fmla="*/ 57636 h 854617"/>
              <a:gd name="csX4" fmla="*/ 678877 w 678971"/>
              <a:gd name="csY4" fmla="*/ 120888 h 854617"/>
              <a:gd name="csX5" fmla="*/ 641152 w 678971"/>
              <a:gd name="csY5" fmla="*/ 181461 h 854617"/>
              <a:gd name="csX6" fmla="*/ 644327 w 678971"/>
              <a:gd name="csY6" fmla="*/ 260836 h 854617"/>
              <a:gd name="csX7" fmla="*/ 590352 w 678971"/>
              <a:gd name="csY7" fmla="*/ 340211 h 854617"/>
              <a:gd name="csX8" fmla="*/ 587177 w 678971"/>
              <a:gd name="csY8" fmla="*/ 527536 h 854617"/>
              <a:gd name="csX9" fmla="*/ 568127 w 678971"/>
              <a:gd name="csY9" fmla="*/ 616436 h 854617"/>
              <a:gd name="csX10" fmla="*/ 634802 w 678971"/>
              <a:gd name="csY10" fmla="*/ 768836 h 854617"/>
              <a:gd name="csX11" fmla="*/ 615752 w 678971"/>
              <a:gd name="csY11" fmla="*/ 816461 h 854617"/>
              <a:gd name="csX12" fmla="*/ 491927 w 678971"/>
              <a:gd name="csY12" fmla="*/ 803761 h 854617"/>
              <a:gd name="csX13" fmla="*/ 437952 w 678971"/>
              <a:gd name="csY13" fmla="*/ 727561 h 854617"/>
              <a:gd name="csX14" fmla="*/ 352227 w 678971"/>
              <a:gd name="csY14" fmla="*/ 651361 h 854617"/>
              <a:gd name="csX15" fmla="*/ 282377 w 678971"/>
              <a:gd name="csY15" fmla="*/ 676761 h 854617"/>
              <a:gd name="csX16" fmla="*/ 187127 w 678971"/>
              <a:gd name="csY16" fmla="*/ 794236 h 854617"/>
              <a:gd name="csX17" fmla="*/ 85527 w 678971"/>
              <a:gd name="csY17" fmla="*/ 854561 h 854617"/>
              <a:gd name="csX18" fmla="*/ 9327 w 678971"/>
              <a:gd name="csY18" fmla="*/ 784711 h 854617"/>
              <a:gd name="csX19" fmla="*/ 6152 w 678971"/>
              <a:gd name="csY19" fmla="*/ 664061 h 854617"/>
              <a:gd name="csX20" fmla="*/ 53777 w 678971"/>
              <a:gd name="csY20" fmla="*/ 562461 h 854617"/>
              <a:gd name="csX21" fmla="*/ 114102 w 678971"/>
              <a:gd name="csY21" fmla="*/ 486261 h 854617"/>
              <a:gd name="csX22" fmla="*/ 123627 w 678971"/>
              <a:gd name="csY22" fmla="*/ 365611 h 854617"/>
              <a:gd name="csX23" fmla="*/ 37902 w 678971"/>
              <a:gd name="csY23" fmla="*/ 264011 h 854617"/>
              <a:gd name="csX24" fmla="*/ 9327 w 678971"/>
              <a:gd name="csY24" fmla="*/ 190986 h 854617"/>
              <a:gd name="csX25" fmla="*/ 37902 w 678971"/>
              <a:gd name="csY25" fmla="*/ 86211 h 854617"/>
              <a:gd name="csX26" fmla="*/ 114102 w 678971"/>
              <a:gd name="csY26" fmla="*/ 13186 h 854617"/>
              <a:gd name="csX27" fmla="*/ 244277 w 678971"/>
              <a:gd name="csY27" fmla="*/ 6836 h 854617"/>
              <a:gd name="csX28" fmla="*/ 323652 w 678971"/>
              <a:gd name="csY28" fmla="*/ 86211 h 854617"/>
              <a:gd name="csX0" fmla="*/ 323652 w 682222"/>
              <a:gd name="csY0" fmla="*/ 86211 h 854617"/>
              <a:gd name="csX1" fmla="*/ 428427 w 682222"/>
              <a:gd name="csY1" fmla="*/ 76686 h 854617"/>
              <a:gd name="csX2" fmla="*/ 510977 w 682222"/>
              <a:gd name="csY2" fmla="*/ 83036 h 854617"/>
              <a:gd name="csX3" fmla="*/ 628452 w 682222"/>
              <a:gd name="csY3" fmla="*/ 57636 h 854617"/>
              <a:gd name="csX4" fmla="*/ 678877 w 682222"/>
              <a:gd name="csY4" fmla="*/ 120888 h 854617"/>
              <a:gd name="csX5" fmla="*/ 679252 w 682222"/>
              <a:gd name="csY5" fmla="*/ 194161 h 854617"/>
              <a:gd name="csX6" fmla="*/ 644327 w 682222"/>
              <a:gd name="csY6" fmla="*/ 260836 h 854617"/>
              <a:gd name="csX7" fmla="*/ 590352 w 682222"/>
              <a:gd name="csY7" fmla="*/ 340211 h 854617"/>
              <a:gd name="csX8" fmla="*/ 587177 w 682222"/>
              <a:gd name="csY8" fmla="*/ 527536 h 854617"/>
              <a:gd name="csX9" fmla="*/ 568127 w 682222"/>
              <a:gd name="csY9" fmla="*/ 616436 h 854617"/>
              <a:gd name="csX10" fmla="*/ 634802 w 682222"/>
              <a:gd name="csY10" fmla="*/ 768836 h 854617"/>
              <a:gd name="csX11" fmla="*/ 615752 w 682222"/>
              <a:gd name="csY11" fmla="*/ 816461 h 854617"/>
              <a:gd name="csX12" fmla="*/ 491927 w 682222"/>
              <a:gd name="csY12" fmla="*/ 803761 h 854617"/>
              <a:gd name="csX13" fmla="*/ 437952 w 682222"/>
              <a:gd name="csY13" fmla="*/ 727561 h 854617"/>
              <a:gd name="csX14" fmla="*/ 352227 w 682222"/>
              <a:gd name="csY14" fmla="*/ 651361 h 854617"/>
              <a:gd name="csX15" fmla="*/ 282377 w 682222"/>
              <a:gd name="csY15" fmla="*/ 676761 h 854617"/>
              <a:gd name="csX16" fmla="*/ 187127 w 682222"/>
              <a:gd name="csY16" fmla="*/ 794236 h 854617"/>
              <a:gd name="csX17" fmla="*/ 85527 w 682222"/>
              <a:gd name="csY17" fmla="*/ 854561 h 854617"/>
              <a:gd name="csX18" fmla="*/ 9327 w 682222"/>
              <a:gd name="csY18" fmla="*/ 784711 h 854617"/>
              <a:gd name="csX19" fmla="*/ 6152 w 682222"/>
              <a:gd name="csY19" fmla="*/ 664061 h 854617"/>
              <a:gd name="csX20" fmla="*/ 53777 w 682222"/>
              <a:gd name="csY20" fmla="*/ 562461 h 854617"/>
              <a:gd name="csX21" fmla="*/ 114102 w 682222"/>
              <a:gd name="csY21" fmla="*/ 486261 h 854617"/>
              <a:gd name="csX22" fmla="*/ 123627 w 682222"/>
              <a:gd name="csY22" fmla="*/ 365611 h 854617"/>
              <a:gd name="csX23" fmla="*/ 37902 w 682222"/>
              <a:gd name="csY23" fmla="*/ 264011 h 854617"/>
              <a:gd name="csX24" fmla="*/ 9327 w 682222"/>
              <a:gd name="csY24" fmla="*/ 190986 h 854617"/>
              <a:gd name="csX25" fmla="*/ 37902 w 682222"/>
              <a:gd name="csY25" fmla="*/ 86211 h 854617"/>
              <a:gd name="csX26" fmla="*/ 114102 w 682222"/>
              <a:gd name="csY26" fmla="*/ 13186 h 854617"/>
              <a:gd name="csX27" fmla="*/ 244277 w 682222"/>
              <a:gd name="csY27" fmla="*/ 6836 h 854617"/>
              <a:gd name="csX28" fmla="*/ 323652 w 682222"/>
              <a:gd name="csY28" fmla="*/ 86211 h 854617"/>
              <a:gd name="csX0" fmla="*/ 323652 w 679091"/>
              <a:gd name="csY0" fmla="*/ 86211 h 854617"/>
              <a:gd name="csX1" fmla="*/ 428427 w 679091"/>
              <a:gd name="csY1" fmla="*/ 76686 h 854617"/>
              <a:gd name="csX2" fmla="*/ 510977 w 679091"/>
              <a:gd name="csY2" fmla="*/ 83036 h 854617"/>
              <a:gd name="csX3" fmla="*/ 628452 w 679091"/>
              <a:gd name="csY3" fmla="*/ 57636 h 854617"/>
              <a:gd name="csX4" fmla="*/ 678877 w 679091"/>
              <a:gd name="csY4" fmla="*/ 120888 h 854617"/>
              <a:gd name="csX5" fmla="*/ 644327 w 679091"/>
              <a:gd name="csY5" fmla="*/ 260836 h 854617"/>
              <a:gd name="csX6" fmla="*/ 590352 w 679091"/>
              <a:gd name="csY6" fmla="*/ 340211 h 854617"/>
              <a:gd name="csX7" fmla="*/ 587177 w 679091"/>
              <a:gd name="csY7" fmla="*/ 527536 h 854617"/>
              <a:gd name="csX8" fmla="*/ 568127 w 679091"/>
              <a:gd name="csY8" fmla="*/ 616436 h 854617"/>
              <a:gd name="csX9" fmla="*/ 634802 w 679091"/>
              <a:gd name="csY9" fmla="*/ 768836 h 854617"/>
              <a:gd name="csX10" fmla="*/ 615752 w 679091"/>
              <a:gd name="csY10" fmla="*/ 816461 h 854617"/>
              <a:gd name="csX11" fmla="*/ 491927 w 679091"/>
              <a:gd name="csY11" fmla="*/ 803761 h 854617"/>
              <a:gd name="csX12" fmla="*/ 437952 w 679091"/>
              <a:gd name="csY12" fmla="*/ 727561 h 854617"/>
              <a:gd name="csX13" fmla="*/ 352227 w 679091"/>
              <a:gd name="csY13" fmla="*/ 651361 h 854617"/>
              <a:gd name="csX14" fmla="*/ 282377 w 679091"/>
              <a:gd name="csY14" fmla="*/ 676761 h 854617"/>
              <a:gd name="csX15" fmla="*/ 187127 w 679091"/>
              <a:gd name="csY15" fmla="*/ 794236 h 854617"/>
              <a:gd name="csX16" fmla="*/ 85527 w 679091"/>
              <a:gd name="csY16" fmla="*/ 854561 h 854617"/>
              <a:gd name="csX17" fmla="*/ 9327 w 679091"/>
              <a:gd name="csY17" fmla="*/ 784711 h 854617"/>
              <a:gd name="csX18" fmla="*/ 6152 w 679091"/>
              <a:gd name="csY18" fmla="*/ 664061 h 854617"/>
              <a:gd name="csX19" fmla="*/ 53777 w 679091"/>
              <a:gd name="csY19" fmla="*/ 562461 h 854617"/>
              <a:gd name="csX20" fmla="*/ 114102 w 679091"/>
              <a:gd name="csY20" fmla="*/ 486261 h 854617"/>
              <a:gd name="csX21" fmla="*/ 123627 w 679091"/>
              <a:gd name="csY21" fmla="*/ 365611 h 854617"/>
              <a:gd name="csX22" fmla="*/ 37902 w 679091"/>
              <a:gd name="csY22" fmla="*/ 264011 h 854617"/>
              <a:gd name="csX23" fmla="*/ 9327 w 679091"/>
              <a:gd name="csY23" fmla="*/ 190986 h 854617"/>
              <a:gd name="csX24" fmla="*/ 37902 w 679091"/>
              <a:gd name="csY24" fmla="*/ 86211 h 854617"/>
              <a:gd name="csX25" fmla="*/ 114102 w 679091"/>
              <a:gd name="csY25" fmla="*/ 13186 h 854617"/>
              <a:gd name="csX26" fmla="*/ 244277 w 679091"/>
              <a:gd name="csY26" fmla="*/ 6836 h 854617"/>
              <a:gd name="csX27" fmla="*/ 323652 w 679091"/>
              <a:gd name="csY27" fmla="*/ 86211 h 854617"/>
              <a:gd name="csX0" fmla="*/ 323652 w 679091"/>
              <a:gd name="csY0" fmla="*/ 86211 h 854617"/>
              <a:gd name="csX1" fmla="*/ 409377 w 679091"/>
              <a:gd name="csY1" fmla="*/ 114786 h 854617"/>
              <a:gd name="csX2" fmla="*/ 510977 w 679091"/>
              <a:gd name="csY2" fmla="*/ 83036 h 854617"/>
              <a:gd name="csX3" fmla="*/ 628452 w 679091"/>
              <a:gd name="csY3" fmla="*/ 57636 h 854617"/>
              <a:gd name="csX4" fmla="*/ 678877 w 679091"/>
              <a:gd name="csY4" fmla="*/ 120888 h 854617"/>
              <a:gd name="csX5" fmla="*/ 644327 w 679091"/>
              <a:gd name="csY5" fmla="*/ 260836 h 854617"/>
              <a:gd name="csX6" fmla="*/ 590352 w 679091"/>
              <a:gd name="csY6" fmla="*/ 340211 h 854617"/>
              <a:gd name="csX7" fmla="*/ 587177 w 679091"/>
              <a:gd name="csY7" fmla="*/ 527536 h 854617"/>
              <a:gd name="csX8" fmla="*/ 568127 w 679091"/>
              <a:gd name="csY8" fmla="*/ 616436 h 854617"/>
              <a:gd name="csX9" fmla="*/ 634802 w 679091"/>
              <a:gd name="csY9" fmla="*/ 768836 h 854617"/>
              <a:gd name="csX10" fmla="*/ 615752 w 679091"/>
              <a:gd name="csY10" fmla="*/ 816461 h 854617"/>
              <a:gd name="csX11" fmla="*/ 491927 w 679091"/>
              <a:gd name="csY11" fmla="*/ 803761 h 854617"/>
              <a:gd name="csX12" fmla="*/ 437952 w 679091"/>
              <a:gd name="csY12" fmla="*/ 727561 h 854617"/>
              <a:gd name="csX13" fmla="*/ 352227 w 679091"/>
              <a:gd name="csY13" fmla="*/ 651361 h 854617"/>
              <a:gd name="csX14" fmla="*/ 282377 w 679091"/>
              <a:gd name="csY14" fmla="*/ 676761 h 854617"/>
              <a:gd name="csX15" fmla="*/ 187127 w 679091"/>
              <a:gd name="csY15" fmla="*/ 794236 h 854617"/>
              <a:gd name="csX16" fmla="*/ 85527 w 679091"/>
              <a:gd name="csY16" fmla="*/ 854561 h 854617"/>
              <a:gd name="csX17" fmla="*/ 9327 w 679091"/>
              <a:gd name="csY17" fmla="*/ 784711 h 854617"/>
              <a:gd name="csX18" fmla="*/ 6152 w 679091"/>
              <a:gd name="csY18" fmla="*/ 664061 h 854617"/>
              <a:gd name="csX19" fmla="*/ 53777 w 679091"/>
              <a:gd name="csY19" fmla="*/ 562461 h 854617"/>
              <a:gd name="csX20" fmla="*/ 114102 w 679091"/>
              <a:gd name="csY20" fmla="*/ 486261 h 854617"/>
              <a:gd name="csX21" fmla="*/ 123627 w 679091"/>
              <a:gd name="csY21" fmla="*/ 365611 h 854617"/>
              <a:gd name="csX22" fmla="*/ 37902 w 679091"/>
              <a:gd name="csY22" fmla="*/ 264011 h 854617"/>
              <a:gd name="csX23" fmla="*/ 9327 w 679091"/>
              <a:gd name="csY23" fmla="*/ 190986 h 854617"/>
              <a:gd name="csX24" fmla="*/ 37902 w 679091"/>
              <a:gd name="csY24" fmla="*/ 86211 h 854617"/>
              <a:gd name="csX25" fmla="*/ 114102 w 679091"/>
              <a:gd name="csY25" fmla="*/ 13186 h 854617"/>
              <a:gd name="csX26" fmla="*/ 244277 w 679091"/>
              <a:gd name="csY26" fmla="*/ 6836 h 854617"/>
              <a:gd name="csX27" fmla="*/ 323652 w 679091"/>
              <a:gd name="csY27" fmla="*/ 86211 h 8546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79091" h="854617">
                <a:moveTo>
                  <a:pt x="323652" y="86211"/>
                </a:moveTo>
                <a:cubicBezTo>
                  <a:pt x="351169" y="104203"/>
                  <a:pt x="378156" y="115315"/>
                  <a:pt x="409377" y="114786"/>
                </a:cubicBezTo>
                <a:cubicBezTo>
                  <a:pt x="440598" y="114257"/>
                  <a:pt x="474465" y="92561"/>
                  <a:pt x="510977" y="83036"/>
                </a:cubicBezTo>
                <a:cubicBezTo>
                  <a:pt x="547489" y="73511"/>
                  <a:pt x="600469" y="51327"/>
                  <a:pt x="628452" y="57636"/>
                </a:cubicBezTo>
                <a:cubicBezTo>
                  <a:pt x="656435" y="63945"/>
                  <a:pt x="676231" y="87021"/>
                  <a:pt x="678877" y="120888"/>
                </a:cubicBezTo>
                <a:cubicBezTo>
                  <a:pt x="681523" y="154755"/>
                  <a:pt x="659081" y="224282"/>
                  <a:pt x="644327" y="260836"/>
                </a:cubicBezTo>
                <a:cubicBezTo>
                  <a:pt x="629573" y="297390"/>
                  <a:pt x="599877" y="295761"/>
                  <a:pt x="590352" y="340211"/>
                </a:cubicBezTo>
                <a:cubicBezTo>
                  <a:pt x="580827" y="384661"/>
                  <a:pt x="590881" y="481499"/>
                  <a:pt x="587177" y="527536"/>
                </a:cubicBezTo>
                <a:cubicBezTo>
                  <a:pt x="583473" y="573573"/>
                  <a:pt x="560189" y="576219"/>
                  <a:pt x="568127" y="616436"/>
                </a:cubicBezTo>
                <a:cubicBezTo>
                  <a:pt x="576065" y="656653"/>
                  <a:pt x="626865" y="735499"/>
                  <a:pt x="634802" y="768836"/>
                </a:cubicBezTo>
                <a:cubicBezTo>
                  <a:pt x="642739" y="802173"/>
                  <a:pt x="639565" y="810640"/>
                  <a:pt x="615752" y="816461"/>
                </a:cubicBezTo>
                <a:cubicBezTo>
                  <a:pt x="591939" y="822282"/>
                  <a:pt x="521560" y="818578"/>
                  <a:pt x="491927" y="803761"/>
                </a:cubicBezTo>
                <a:cubicBezTo>
                  <a:pt x="462294" y="788944"/>
                  <a:pt x="461235" y="752961"/>
                  <a:pt x="437952" y="727561"/>
                </a:cubicBezTo>
                <a:cubicBezTo>
                  <a:pt x="414669" y="702161"/>
                  <a:pt x="378156" y="659828"/>
                  <a:pt x="352227" y="651361"/>
                </a:cubicBezTo>
                <a:cubicBezTo>
                  <a:pt x="326298" y="642894"/>
                  <a:pt x="309894" y="652949"/>
                  <a:pt x="282377" y="676761"/>
                </a:cubicBezTo>
                <a:cubicBezTo>
                  <a:pt x="254860" y="700573"/>
                  <a:pt x="219935" y="764603"/>
                  <a:pt x="187127" y="794236"/>
                </a:cubicBezTo>
                <a:cubicBezTo>
                  <a:pt x="154319" y="823869"/>
                  <a:pt x="115160" y="856148"/>
                  <a:pt x="85527" y="854561"/>
                </a:cubicBezTo>
                <a:cubicBezTo>
                  <a:pt x="55894" y="852974"/>
                  <a:pt x="22556" y="816461"/>
                  <a:pt x="9327" y="784711"/>
                </a:cubicBezTo>
                <a:cubicBezTo>
                  <a:pt x="-3902" y="752961"/>
                  <a:pt x="-1256" y="701103"/>
                  <a:pt x="6152" y="664061"/>
                </a:cubicBezTo>
                <a:cubicBezTo>
                  <a:pt x="13560" y="627019"/>
                  <a:pt x="35785" y="592094"/>
                  <a:pt x="53777" y="562461"/>
                </a:cubicBezTo>
                <a:cubicBezTo>
                  <a:pt x="71769" y="532828"/>
                  <a:pt x="102460" y="519069"/>
                  <a:pt x="114102" y="486261"/>
                </a:cubicBezTo>
                <a:cubicBezTo>
                  <a:pt x="125744" y="453453"/>
                  <a:pt x="136327" y="402653"/>
                  <a:pt x="123627" y="365611"/>
                </a:cubicBezTo>
                <a:cubicBezTo>
                  <a:pt x="110927" y="328569"/>
                  <a:pt x="56952" y="293115"/>
                  <a:pt x="37902" y="264011"/>
                </a:cubicBezTo>
                <a:cubicBezTo>
                  <a:pt x="18852" y="234907"/>
                  <a:pt x="9327" y="220619"/>
                  <a:pt x="9327" y="190986"/>
                </a:cubicBezTo>
                <a:cubicBezTo>
                  <a:pt x="9327" y="161353"/>
                  <a:pt x="20440" y="115844"/>
                  <a:pt x="37902" y="86211"/>
                </a:cubicBezTo>
                <a:cubicBezTo>
                  <a:pt x="55364" y="56578"/>
                  <a:pt x="79706" y="26415"/>
                  <a:pt x="114102" y="13186"/>
                </a:cubicBezTo>
                <a:cubicBezTo>
                  <a:pt x="148498" y="-43"/>
                  <a:pt x="209352" y="-5335"/>
                  <a:pt x="244277" y="6836"/>
                </a:cubicBezTo>
                <a:cubicBezTo>
                  <a:pt x="279202" y="19007"/>
                  <a:pt x="296135" y="68219"/>
                  <a:pt x="323652" y="86211"/>
                </a:cubicBezTo>
                <a:close/>
              </a:path>
            </a:pathLst>
          </a:cu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8337250-3618-5146-A61E-2E66759FE707}"/>
              </a:ext>
            </a:extLst>
          </p:cNvPr>
          <p:cNvSpPr/>
          <p:nvPr/>
        </p:nvSpPr>
        <p:spPr>
          <a:xfrm>
            <a:off x="-1212919" y="231537"/>
            <a:ext cx="316448" cy="2886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108B5009-C651-9242-7C90-26A9CC3001F6}"/>
              </a:ext>
            </a:extLst>
          </p:cNvPr>
          <p:cNvSpPr/>
          <p:nvPr/>
        </p:nvSpPr>
        <p:spPr>
          <a:xfrm>
            <a:off x="-1120912" y="18411"/>
            <a:ext cx="338780" cy="291184"/>
          </a:xfrm>
          <a:custGeom>
            <a:avLst/>
            <a:gdLst>
              <a:gd name="csX0" fmla="*/ 120763 w 338780"/>
              <a:gd name="csY0" fmla="*/ 69 h 291184"/>
              <a:gd name="csX1" fmla="*/ 47738 w 338780"/>
              <a:gd name="csY1" fmla="*/ 31819 h 291184"/>
              <a:gd name="csX2" fmla="*/ 25513 w 338780"/>
              <a:gd name="csY2" fmla="*/ 57219 h 291184"/>
              <a:gd name="csX3" fmla="*/ 113 w 338780"/>
              <a:gd name="csY3" fmla="*/ 158819 h 291184"/>
              <a:gd name="csX4" fmla="*/ 19163 w 338780"/>
              <a:gd name="csY4" fmla="*/ 228669 h 291184"/>
              <a:gd name="csX5" fmla="*/ 82663 w 338780"/>
              <a:gd name="csY5" fmla="*/ 285819 h 291184"/>
              <a:gd name="csX6" fmla="*/ 228713 w 338780"/>
              <a:gd name="csY6" fmla="*/ 282644 h 291184"/>
              <a:gd name="csX7" fmla="*/ 320788 w 338780"/>
              <a:gd name="csY7" fmla="*/ 231844 h 291184"/>
              <a:gd name="csX8" fmla="*/ 333488 w 338780"/>
              <a:gd name="csY8" fmla="*/ 101669 h 291184"/>
              <a:gd name="csX9" fmla="*/ 257288 w 338780"/>
              <a:gd name="csY9" fmla="*/ 25469 h 291184"/>
              <a:gd name="csX10" fmla="*/ 120763 w 338780"/>
              <a:gd name="csY10" fmla="*/ 69 h 291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38780" h="291184">
                <a:moveTo>
                  <a:pt x="120763" y="69"/>
                </a:moveTo>
                <a:cubicBezTo>
                  <a:pt x="85838" y="1127"/>
                  <a:pt x="63613" y="22294"/>
                  <a:pt x="47738" y="31819"/>
                </a:cubicBezTo>
                <a:cubicBezTo>
                  <a:pt x="31863" y="41344"/>
                  <a:pt x="33450" y="36052"/>
                  <a:pt x="25513" y="57219"/>
                </a:cubicBezTo>
                <a:cubicBezTo>
                  <a:pt x="17575" y="78386"/>
                  <a:pt x="1171" y="130244"/>
                  <a:pt x="113" y="158819"/>
                </a:cubicBezTo>
                <a:cubicBezTo>
                  <a:pt x="-945" y="187394"/>
                  <a:pt x="5405" y="207502"/>
                  <a:pt x="19163" y="228669"/>
                </a:cubicBezTo>
                <a:cubicBezTo>
                  <a:pt x="32921" y="249836"/>
                  <a:pt x="47738" y="276823"/>
                  <a:pt x="82663" y="285819"/>
                </a:cubicBezTo>
                <a:cubicBezTo>
                  <a:pt x="117588" y="294815"/>
                  <a:pt x="189026" y="291640"/>
                  <a:pt x="228713" y="282644"/>
                </a:cubicBezTo>
                <a:cubicBezTo>
                  <a:pt x="268400" y="273648"/>
                  <a:pt x="303326" y="262006"/>
                  <a:pt x="320788" y="231844"/>
                </a:cubicBezTo>
                <a:cubicBezTo>
                  <a:pt x="338250" y="201682"/>
                  <a:pt x="344071" y="136065"/>
                  <a:pt x="333488" y="101669"/>
                </a:cubicBezTo>
                <a:cubicBezTo>
                  <a:pt x="322905" y="67273"/>
                  <a:pt x="291155" y="40815"/>
                  <a:pt x="257288" y="25469"/>
                </a:cubicBezTo>
                <a:cubicBezTo>
                  <a:pt x="223421" y="10123"/>
                  <a:pt x="155688" y="-989"/>
                  <a:pt x="120763" y="69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BBBC16-EBD8-6A71-6675-C8D33FC01408}"/>
              </a:ext>
            </a:extLst>
          </p:cNvPr>
          <p:cNvSpPr txBox="1"/>
          <p:nvPr/>
        </p:nvSpPr>
        <p:spPr>
          <a:xfrm>
            <a:off x="-48015" y="-6941"/>
            <a:ext cx="1012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tx2"/>
                </a:solidFill>
                <a:latin typeface="Candara" panose="020E0502030303020204" pitchFamily="34" charset="0"/>
              </a:rPr>
              <a:t>Doryab</a:t>
            </a:r>
          </a:p>
          <a:p>
            <a:pPr algn="ctr"/>
            <a:r>
              <a:rPr lang="en-GB" sz="1200" b="1" dirty="0">
                <a:solidFill>
                  <a:schemeClr val="tx2"/>
                </a:solidFill>
                <a:latin typeface="Candara" panose="020E0502030303020204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150538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8160-6C17-CC6D-E6E1-B691A89C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F189AF7-260E-27EF-5009-5C52D00071E4}"/>
              </a:ext>
            </a:extLst>
          </p:cNvPr>
          <p:cNvSpPr txBox="1"/>
          <p:nvPr/>
        </p:nvSpPr>
        <p:spPr>
          <a:xfrm>
            <a:off x="-1880874" y="1186286"/>
            <a:ext cx="4668040" cy="2440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b="1" dirty="0">
                <a:solidFill>
                  <a:schemeClr val="tx2"/>
                </a:solidFill>
                <a:latin typeface="Candara" panose="020E0502030303020204" pitchFamily="34" charset="0"/>
              </a:rPr>
              <a:t>Translational Organ Microsystems</a:t>
            </a:r>
          </a:p>
          <a:p>
            <a:pPr marL="11113" algn="ctr"/>
            <a:r>
              <a:rPr lang="en-GB" dirty="0">
                <a:solidFill>
                  <a:schemeClr val="tx2"/>
                </a:solidFill>
                <a:latin typeface="Candara" panose="020E0502030303020204" pitchFamily="34" charset="0"/>
              </a:rPr>
              <a:t>Organ-chips . Biofabrication . Translation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F48AAF4-CB28-FA38-FF3B-26A5744363DC}"/>
              </a:ext>
            </a:extLst>
          </p:cNvPr>
          <p:cNvSpPr/>
          <p:nvPr/>
        </p:nvSpPr>
        <p:spPr>
          <a:xfrm>
            <a:off x="-105024" y="-181553"/>
            <a:ext cx="1085327" cy="1063194"/>
          </a:xfrm>
          <a:prstGeom prst="roundRect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6EECB5-5FF1-B37B-2381-90DA02A775C4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980303" y="350044"/>
            <a:ext cx="291568" cy="0"/>
          </a:xfrm>
          <a:prstGeom prst="line">
            <a:avLst/>
          </a:prstGeom>
          <a:ln w="381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C710D1-B87A-ACA8-4179-6E7598E2F18D}"/>
              </a:ext>
            </a:extLst>
          </p:cNvPr>
          <p:cNvCxnSpPr>
            <a:cxnSpLocks/>
          </p:cNvCxnSpPr>
          <p:nvPr/>
        </p:nvCxnSpPr>
        <p:spPr>
          <a:xfrm flipV="1">
            <a:off x="437640" y="881641"/>
            <a:ext cx="0" cy="288028"/>
          </a:xfrm>
          <a:prstGeom prst="line">
            <a:avLst/>
          </a:prstGeom>
          <a:ln w="381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A887DF6-2B4A-8BBA-FD55-EE214EED2022}"/>
              </a:ext>
            </a:extLst>
          </p:cNvPr>
          <p:cNvSpPr/>
          <p:nvPr/>
        </p:nvSpPr>
        <p:spPr>
          <a:xfrm>
            <a:off x="90771" y="89144"/>
            <a:ext cx="685800" cy="509908"/>
          </a:xfrm>
          <a:prstGeom prst="rect">
            <a:avLst/>
          </a:prstGeom>
          <a:solidFill>
            <a:schemeClr val="bg1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0F58DA4-7EBE-B01A-9AC8-E168FC36D3CC}"/>
              </a:ext>
            </a:extLst>
          </p:cNvPr>
          <p:cNvSpPr/>
          <p:nvPr/>
        </p:nvSpPr>
        <p:spPr>
          <a:xfrm>
            <a:off x="-62459" y="-833673"/>
            <a:ext cx="986431" cy="175500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A47DD6D-CDFD-3293-D29F-2AF95764D75B}"/>
              </a:ext>
            </a:extLst>
          </p:cNvPr>
          <p:cNvSpPr/>
          <p:nvPr/>
        </p:nvSpPr>
        <p:spPr>
          <a:xfrm>
            <a:off x="52414" y="-661953"/>
            <a:ext cx="748157" cy="92300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rapezoid 27">
            <a:extLst>
              <a:ext uri="{FF2B5EF4-FFF2-40B4-BE49-F238E27FC236}">
                <a16:creationId xmlns:a16="http://schemas.microsoft.com/office/drawing/2014/main" id="{B902AC9D-6AAC-E44A-6FFC-7C97315A11F9}"/>
              </a:ext>
            </a:extLst>
          </p:cNvPr>
          <p:cNvSpPr/>
          <p:nvPr/>
        </p:nvSpPr>
        <p:spPr>
          <a:xfrm rot="10800000">
            <a:off x="229825" y="-568369"/>
            <a:ext cx="421242" cy="173430"/>
          </a:xfrm>
          <a:prstGeom prst="trapezoid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679357F-35CD-FEEC-EC42-D1D60A307669}"/>
              </a:ext>
            </a:extLst>
          </p:cNvPr>
          <p:cNvCxnSpPr/>
          <p:nvPr/>
        </p:nvCxnSpPr>
        <p:spPr>
          <a:xfrm>
            <a:off x="118975" y="503306"/>
            <a:ext cx="62630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2EC18CC-34E1-E7DA-73F6-49938B34A8A1}"/>
              </a:ext>
            </a:extLst>
          </p:cNvPr>
          <p:cNvCxnSpPr>
            <a:cxnSpLocks/>
          </p:cNvCxnSpPr>
          <p:nvPr/>
        </p:nvCxnSpPr>
        <p:spPr>
          <a:xfrm>
            <a:off x="440281" y="412583"/>
            <a:ext cx="26001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95D231-2EED-CA93-0734-FC67C9116DF5}"/>
              </a:ext>
            </a:extLst>
          </p:cNvPr>
          <p:cNvCxnSpPr>
            <a:cxnSpLocks/>
          </p:cNvCxnSpPr>
          <p:nvPr/>
        </p:nvCxnSpPr>
        <p:spPr>
          <a:xfrm>
            <a:off x="458559" y="-372487"/>
            <a:ext cx="0" cy="7850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F4AB69-ED7A-02EA-CEC4-0DA9366696E7}"/>
              </a:ext>
            </a:extLst>
          </p:cNvPr>
          <p:cNvCxnSpPr/>
          <p:nvPr/>
        </p:nvCxnSpPr>
        <p:spPr>
          <a:xfrm>
            <a:off x="117053" y="542163"/>
            <a:ext cx="626301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84CB0C-31DF-68EB-29F8-E5588BD33D56}"/>
              </a:ext>
            </a:extLst>
          </p:cNvPr>
          <p:cNvCxnSpPr>
            <a:cxnSpLocks/>
          </p:cNvCxnSpPr>
          <p:nvPr/>
        </p:nvCxnSpPr>
        <p:spPr>
          <a:xfrm>
            <a:off x="408271" y="458028"/>
            <a:ext cx="29260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86D2E4-B362-EA37-ACD1-C9EB31473207}"/>
              </a:ext>
            </a:extLst>
          </p:cNvPr>
          <p:cNvCxnSpPr>
            <a:cxnSpLocks/>
          </p:cNvCxnSpPr>
          <p:nvPr/>
        </p:nvCxnSpPr>
        <p:spPr>
          <a:xfrm flipH="1">
            <a:off x="408271" y="-372988"/>
            <a:ext cx="0" cy="85039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93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8888-649A-9207-96D7-0577BCA4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11172371-359B-7AA1-63B3-E35BD5C0F533}"/>
              </a:ext>
            </a:extLst>
          </p:cNvPr>
          <p:cNvSpPr/>
          <p:nvPr/>
        </p:nvSpPr>
        <p:spPr>
          <a:xfrm>
            <a:off x="-1047949" y="-491423"/>
            <a:ext cx="370967" cy="1565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4E985-0B1F-DFE2-6BD9-2122452375CE}"/>
              </a:ext>
            </a:extLst>
          </p:cNvPr>
          <p:cNvSpPr txBox="1"/>
          <p:nvPr/>
        </p:nvSpPr>
        <p:spPr>
          <a:xfrm>
            <a:off x="-238365" y="-592656"/>
            <a:ext cx="798881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500" b="1" dirty="0">
                <a:solidFill>
                  <a:schemeClr val="tx2"/>
                </a:solidFill>
                <a:latin typeface="Candara" panose="020E0502030303020204" pitchFamily="34" charset="0"/>
              </a:rPr>
              <a:t>T</a:t>
            </a:r>
            <a:r>
              <a:rPr lang="en-GB" sz="500" dirty="0">
                <a:solidFill>
                  <a:schemeClr val="tx2"/>
                </a:solidFill>
                <a:latin typeface="Candara" panose="020E0502030303020204" pitchFamily="34" charset="0"/>
              </a:rPr>
              <a:t>ranslational </a:t>
            </a:r>
          </a:p>
          <a:p>
            <a:r>
              <a:rPr lang="en-GB" sz="500" b="1" dirty="0">
                <a:solidFill>
                  <a:schemeClr val="tx2"/>
                </a:solidFill>
                <a:latin typeface="Candara" panose="020E0502030303020204" pitchFamily="34" charset="0"/>
              </a:rPr>
              <a:t>O</a:t>
            </a:r>
            <a:r>
              <a:rPr lang="en-GB" sz="500" dirty="0">
                <a:solidFill>
                  <a:schemeClr val="tx2"/>
                </a:solidFill>
                <a:latin typeface="Candara" panose="020E0502030303020204" pitchFamily="34" charset="0"/>
              </a:rPr>
              <a:t>rgan </a:t>
            </a:r>
          </a:p>
          <a:p>
            <a:r>
              <a:rPr lang="en-GB" sz="500" b="1" dirty="0">
                <a:solidFill>
                  <a:schemeClr val="tx2"/>
                </a:solidFill>
                <a:latin typeface="Candara" panose="020E0502030303020204" pitchFamily="34" charset="0"/>
              </a:rPr>
              <a:t>M</a:t>
            </a:r>
            <a:r>
              <a:rPr lang="en-GB" sz="500" dirty="0">
                <a:solidFill>
                  <a:schemeClr val="tx2"/>
                </a:solidFill>
                <a:latin typeface="Candara" panose="020E0502030303020204" pitchFamily="34" charset="0"/>
              </a:rPr>
              <a:t>icrosystem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AFE640A-2776-2B24-083C-100729749CD7}"/>
              </a:ext>
            </a:extLst>
          </p:cNvPr>
          <p:cNvSpPr/>
          <p:nvPr/>
        </p:nvSpPr>
        <p:spPr>
          <a:xfrm flipH="1">
            <a:off x="-1144028" y="1277122"/>
            <a:ext cx="667388" cy="325469"/>
          </a:xfrm>
          <a:prstGeom prst="round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6FD3CF-C384-4617-FA85-A64687699645}"/>
              </a:ext>
            </a:extLst>
          </p:cNvPr>
          <p:cNvCxnSpPr>
            <a:cxnSpLocks noChangeAspect="1"/>
          </p:cNvCxnSpPr>
          <p:nvPr/>
        </p:nvCxnSpPr>
        <p:spPr>
          <a:xfrm>
            <a:off x="932319" y="441460"/>
            <a:ext cx="457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C56D067-4297-A9C0-412C-98FD07E384D9}"/>
              </a:ext>
            </a:extLst>
          </p:cNvPr>
          <p:cNvCxnSpPr>
            <a:cxnSpLocks/>
          </p:cNvCxnSpPr>
          <p:nvPr/>
        </p:nvCxnSpPr>
        <p:spPr>
          <a:xfrm>
            <a:off x="1157831" y="350737"/>
            <a:ext cx="26001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15500A9-83AE-83E0-C875-C9ED2795AA79}"/>
              </a:ext>
            </a:extLst>
          </p:cNvPr>
          <p:cNvCxnSpPr>
            <a:cxnSpLocks/>
          </p:cNvCxnSpPr>
          <p:nvPr/>
        </p:nvCxnSpPr>
        <p:spPr>
          <a:xfrm>
            <a:off x="1176109" y="-35720"/>
            <a:ext cx="0" cy="38645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D40CA10-BB13-2AEC-F391-EEEA61733434}"/>
              </a:ext>
            </a:extLst>
          </p:cNvPr>
          <p:cNvCxnSpPr>
            <a:cxnSpLocks noChangeAspect="1"/>
          </p:cNvCxnSpPr>
          <p:nvPr/>
        </p:nvCxnSpPr>
        <p:spPr>
          <a:xfrm>
            <a:off x="934748" y="480317"/>
            <a:ext cx="4572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91B3401-5D26-2366-B935-524048652090}"/>
              </a:ext>
            </a:extLst>
          </p:cNvPr>
          <p:cNvCxnSpPr>
            <a:cxnSpLocks/>
          </p:cNvCxnSpPr>
          <p:nvPr/>
        </p:nvCxnSpPr>
        <p:spPr>
          <a:xfrm>
            <a:off x="1125821" y="396182"/>
            <a:ext cx="29260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911B305-DBA8-E404-D8A0-E081430C37DA}"/>
              </a:ext>
            </a:extLst>
          </p:cNvPr>
          <p:cNvCxnSpPr>
            <a:cxnSpLocks/>
          </p:cNvCxnSpPr>
          <p:nvPr/>
        </p:nvCxnSpPr>
        <p:spPr>
          <a:xfrm>
            <a:off x="1125821" y="-35720"/>
            <a:ext cx="0" cy="45127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>
            <a:extLst>
              <a:ext uri="{FF2B5EF4-FFF2-40B4-BE49-F238E27FC236}">
                <a16:creationId xmlns:a16="http://schemas.microsoft.com/office/drawing/2014/main" id="{04F80BC6-8D00-AF65-7FB7-A075A75AA335}"/>
              </a:ext>
            </a:extLst>
          </p:cNvPr>
          <p:cNvSpPr/>
          <p:nvPr/>
        </p:nvSpPr>
        <p:spPr>
          <a:xfrm rot="20291075">
            <a:off x="39641" y="1284245"/>
            <a:ext cx="363062" cy="325469"/>
          </a:xfrm>
          <a:custGeom>
            <a:avLst/>
            <a:gdLst>
              <a:gd name="csX0" fmla="*/ 37021 w 363062"/>
              <a:gd name="csY0" fmla="*/ 229838 h 325469"/>
              <a:gd name="csX1" fmla="*/ 37021 w 363062"/>
              <a:gd name="csY1" fmla="*/ 229838 h 325469"/>
              <a:gd name="csX2" fmla="*/ 90647 w 363062"/>
              <a:gd name="csY2" fmla="*/ 252031 h 325469"/>
              <a:gd name="csX3" fmla="*/ 157839 w 363062"/>
              <a:gd name="csY3" fmla="*/ 191777 h 325469"/>
              <a:gd name="csX4" fmla="*/ 213329 w 363062"/>
              <a:gd name="csY4" fmla="*/ 231076 h 325469"/>
              <a:gd name="csX5" fmla="*/ 202185 w 363062"/>
              <a:gd name="csY5" fmla="*/ 298228 h 325469"/>
              <a:gd name="csX6" fmla="*/ 266764 w 363062"/>
              <a:gd name="csY6" fmla="*/ 324993 h 325469"/>
              <a:gd name="csX7" fmla="*/ 267907 w 363062"/>
              <a:gd name="csY7" fmla="*/ 325469 h 325469"/>
              <a:gd name="csX8" fmla="*/ 363062 w 363062"/>
              <a:gd name="csY8" fmla="*/ 95250 h 325469"/>
              <a:gd name="csX9" fmla="*/ 132176 w 363062"/>
              <a:gd name="csY9" fmla="*/ 0 h 325469"/>
              <a:gd name="csX10" fmla="*/ 96267 w 363062"/>
              <a:gd name="csY10" fmla="*/ 88297 h 325469"/>
              <a:gd name="csX11" fmla="*/ 96267 w 363062"/>
              <a:gd name="csY11" fmla="*/ 88297 h 325469"/>
              <a:gd name="csX12" fmla="*/ 93505 w 363062"/>
              <a:gd name="csY12" fmla="*/ 94869 h 325469"/>
              <a:gd name="csX13" fmla="*/ 92743 w 363062"/>
              <a:gd name="csY13" fmla="*/ 91821 h 325469"/>
              <a:gd name="csX14" fmla="*/ 28163 w 363062"/>
              <a:gd name="csY14" fmla="*/ 65056 h 325469"/>
              <a:gd name="csX15" fmla="*/ 2731 w 363062"/>
              <a:gd name="csY15" fmla="*/ 89154 h 325469"/>
              <a:gd name="csX16" fmla="*/ 33203 w 363062"/>
              <a:gd name="csY16" fmla="*/ 151926 h 325469"/>
              <a:gd name="csX17" fmla="*/ 68263 w 363062"/>
              <a:gd name="csY17" fmla="*/ 150876 h 325469"/>
              <a:gd name="csX18" fmla="*/ 71311 w 363062"/>
              <a:gd name="csY18" fmla="*/ 149638 h 325469"/>
              <a:gd name="csX19" fmla="*/ 69502 w 363062"/>
              <a:gd name="csY19" fmla="*/ 154019 h 325469"/>
              <a:gd name="csX20" fmla="*/ 69502 w 363062"/>
              <a:gd name="csY20" fmla="*/ 154019 h 325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63062" h="325469">
                <a:moveTo>
                  <a:pt x="37021" y="229838"/>
                </a:moveTo>
                <a:lnTo>
                  <a:pt x="37021" y="229838"/>
                </a:lnTo>
                <a:lnTo>
                  <a:pt x="90647" y="252031"/>
                </a:lnTo>
                <a:cubicBezTo>
                  <a:pt x="92563" y="216839"/>
                  <a:pt x="122645" y="189862"/>
                  <a:pt x="157839" y="191777"/>
                </a:cubicBezTo>
                <a:cubicBezTo>
                  <a:pt x="182356" y="193112"/>
                  <a:pt x="203933" y="208393"/>
                  <a:pt x="213329" y="231076"/>
                </a:cubicBezTo>
                <a:cubicBezTo>
                  <a:pt x="222421" y="253788"/>
                  <a:pt x="218125" y="279670"/>
                  <a:pt x="202185" y="298228"/>
                </a:cubicBezTo>
                <a:lnTo>
                  <a:pt x="266764" y="324993"/>
                </a:lnTo>
                <a:lnTo>
                  <a:pt x="267907" y="325469"/>
                </a:lnTo>
                <a:lnTo>
                  <a:pt x="363062" y="95250"/>
                </a:lnTo>
                <a:lnTo>
                  <a:pt x="132176" y="0"/>
                </a:lnTo>
                <a:lnTo>
                  <a:pt x="96267" y="88297"/>
                </a:lnTo>
                <a:lnTo>
                  <a:pt x="96267" y="88297"/>
                </a:lnTo>
                <a:lnTo>
                  <a:pt x="93505" y="94869"/>
                </a:lnTo>
                <a:lnTo>
                  <a:pt x="92743" y="91821"/>
                </a:lnTo>
                <a:cubicBezTo>
                  <a:pt x="82259" y="66639"/>
                  <a:pt x="53387" y="54673"/>
                  <a:pt x="28163" y="65056"/>
                </a:cubicBezTo>
                <a:cubicBezTo>
                  <a:pt x="17105" y="69831"/>
                  <a:pt x="8094" y="78368"/>
                  <a:pt x="2731" y="89154"/>
                </a:cubicBezTo>
                <a:cubicBezTo>
                  <a:pt x="-6188" y="114902"/>
                  <a:pt x="7454" y="143006"/>
                  <a:pt x="33203" y="151926"/>
                </a:cubicBezTo>
                <a:cubicBezTo>
                  <a:pt x="44623" y="155882"/>
                  <a:pt x="57099" y="155509"/>
                  <a:pt x="68263" y="150876"/>
                </a:cubicBezTo>
                <a:lnTo>
                  <a:pt x="71311" y="149638"/>
                </a:lnTo>
                <a:lnTo>
                  <a:pt x="69502" y="154019"/>
                </a:lnTo>
                <a:lnTo>
                  <a:pt x="69502" y="154019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AF36E1D-27ED-0E66-7AED-29DE4E9C05A9}"/>
              </a:ext>
            </a:extLst>
          </p:cNvPr>
          <p:cNvSpPr/>
          <p:nvPr/>
        </p:nvSpPr>
        <p:spPr>
          <a:xfrm>
            <a:off x="-1081904" y="1325117"/>
            <a:ext cx="352907" cy="247650"/>
          </a:xfrm>
          <a:custGeom>
            <a:avLst/>
            <a:gdLst>
              <a:gd name="csX0" fmla="*/ 320231 w 352907"/>
              <a:gd name="csY0" fmla="*/ 158877 h 247650"/>
              <a:gd name="csX1" fmla="*/ 350484 w 352907"/>
              <a:gd name="csY1" fmla="*/ 98702 h 247650"/>
              <a:gd name="csX2" fmla="*/ 290309 w 352907"/>
              <a:gd name="csY2" fmla="*/ 68449 h 247650"/>
              <a:gd name="csX3" fmla="*/ 266700 w 352907"/>
              <a:gd name="csY3" fmla="*/ 85725 h 247650"/>
              <a:gd name="csX4" fmla="*/ 266700 w 352907"/>
              <a:gd name="csY4" fmla="*/ 0 h 247650"/>
              <a:gd name="csX5" fmla="*/ 208883 w 352907"/>
              <a:gd name="csY5" fmla="*/ 0 h 247650"/>
              <a:gd name="csX6" fmla="*/ 209550 w 352907"/>
              <a:gd name="csY6" fmla="*/ 9525 h 247650"/>
              <a:gd name="csX7" fmla="*/ 133350 w 352907"/>
              <a:gd name="csY7" fmla="*/ 85725 h 247650"/>
              <a:gd name="csX8" fmla="*/ 57150 w 352907"/>
              <a:gd name="csY8" fmla="*/ 9525 h 247650"/>
              <a:gd name="csX9" fmla="*/ 57817 w 352907"/>
              <a:gd name="csY9" fmla="*/ 0 h 247650"/>
              <a:gd name="csX10" fmla="*/ 0 w 352907"/>
              <a:gd name="csY10" fmla="*/ 0 h 247650"/>
              <a:gd name="csX11" fmla="*/ 0 w 352907"/>
              <a:gd name="csY11" fmla="*/ 247650 h 247650"/>
              <a:gd name="csX12" fmla="*/ 266700 w 352907"/>
              <a:gd name="csY12" fmla="*/ 247650 h 247650"/>
              <a:gd name="csX13" fmla="*/ 266700 w 352907"/>
              <a:gd name="csY13" fmla="*/ 142875 h 247650"/>
              <a:gd name="csX14" fmla="*/ 270129 w 352907"/>
              <a:gd name="csY14" fmla="*/ 147066 h 247650"/>
              <a:gd name="csX15" fmla="*/ 271939 w 352907"/>
              <a:gd name="csY15" fmla="*/ 149828 h 247650"/>
              <a:gd name="csX16" fmla="*/ 314325 w 352907"/>
              <a:gd name="csY16" fmla="*/ 160782 h 247650"/>
              <a:gd name="csX17" fmla="*/ 318992 w 352907"/>
              <a:gd name="csY17" fmla="*/ 159353 h 247650"/>
              <a:gd name="csX0" fmla="*/ 320231 w 352907"/>
              <a:gd name="csY0" fmla="*/ 158877 h 247650"/>
              <a:gd name="csX1" fmla="*/ 350484 w 352907"/>
              <a:gd name="csY1" fmla="*/ 98702 h 247650"/>
              <a:gd name="csX2" fmla="*/ 290309 w 352907"/>
              <a:gd name="csY2" fmla="*/ 68449 h 247650"/>
              <a:gd name="csX3" fmla="*/ 266700 w 352907"/>
              <a:gd name="csY3" fmla="*/ 85725 h 247650"/>
              <a:gd name="csX4" fmla="*/ 266700 w 352907"/>
              <a:gd name="csY4" fmla="*/ 0 h 247650"/>
              <a:gd name="csX5" fmla="*/ 208883 w 352907"/>
              <a:gd name="csY5" fmla="*/ 0 h 247650"/>
              <a:gd name="csX6" fmla="*/ 209550 w 352907"/>
              <a:gd name="csY6" fmla="*/ 9525 h 247650"/>
              <a:gd name="csX7" fmla="*/ 57150 w 352907"/>
              <a:gd name="csY7" fmla="*/ 9525 h 247650"/>
              <a:gd name="csX8" fmla="*/ 57817 w 352907"/>
              <a:gd name="csY8" fmla="*/ 0 h 247650"/>
              <a:gd name="csX9" fmla="*/ 0 w 352907"/>
              <a:gd name="csY9" fmla="*/ 0 h 247650"/>
              <a:gd name="csX10" fmla="*/ 0 w 352907"/>
              <a:gd name="csY10" fmla="*/ 247650 h 247650"/>
              <a:gd name="csX11" fmla="*/ 266700 w 352907"/>
              <a:gd name="csY11" fmla="*/ 247650 h 247650"/>
              <a:gd name="csX12" fmla="*/ 266700 w 352907"/>
              <a:gd name="csY12" fmla="*/ 142875 h 247650"/>
              <a:gd name="csX13" fmla="*/ 270129 w 352907"/>
              <a:gd name="csY13" fmla="*/ 147066 h 247650"/>
              <a:gd name="csX14" fmla="*/ 271939 w 352907"/>
              <a:gd name="csY14" fmla="*/ 149828 h 247650"/>
              <a:gd name="csX15" fmla="*/ 314325 w 352907"/>
              <a:gd name="csY15" fmla="*/ 160782 h 247650"/>
              <a:gd name="csX16" fmla="*/ 318992 w 352907"/>
              <a:gd name="csY16" fmla="*/ 159353 h 247650"/>
              <a:gd name="csX17" fmla="*/ 320231 w 352907"/>
              <a:gd name="csY17" fmla="*/ 158877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52907" h="247650">
                <a:moveTo>
                  <a:pt x="320231" y="158877"/>
                </a:moveTo>
                <a:cubicBezTo>
                  <a:pt x="345201" y="150614"/>
                  <a:pt x="358747" y="123673"/>
                  <a:pt x="350484" y="98702"/>
                </a:cubicBezTo>
                <a:cubicBezTo>
                  <a:pt x="342221" y="73731"/>
                  <a:pt x="315279" y="60187"/>
                  <a:pt x="290309" y="68449"/>
                </a:cubicBezTo>
                <a:cubicBezTo>
                  <a:pt x="280822" y="71588"/>
                  <a:pt x="272562" y="77632"/>
                  <a:pt x="266700" y="85725"/>
                </a:cubicBezTo>
                <a:lnTo>
                  <a:pt x="266700" y="0"/>
                </a:lnTo>
                <a:lnTo>
                  <a:pt x="208883" y="0"/>
                </a:lnTo>
                <a:cubicBezTo>
                  <a:pt x="209301" y="3158"/>
                  <a:pt x="209524" y="6339"/>
                  <a:pt x="209550" y="9525"/>
                </a:cubicBezTo>
                <a:cubicBezTo>
                  <a:pt x="184261" y="11112"/>
                  <a:pt x="82439" y="11112"/>
                  <a:pt x="57150" y="9525"/>
                </a:cubicBezTo>
                <a:cubicBezTo>
                  <a:pt x="57176" y="6339"/>
                  <a:pt x="57399" y="3158"/>
                  <a:pt x="57817" y="0"/>
                </a:cubicBezTo>
                <a:lnTo>
                  <a:pt x="0" y="0"/>
                </a:lnTo>
                <a:lnTo>
                  <a:pt x="0" y="247650"/>
                </a:lnTo>
                <a:lnTo>
                  <a:pt x="266700" y="247650"/>
                </a:lnTo>
                <a:lnTo>
                  <a:pt x="266700" y="142875"/>
                </a:lnTo>
                <a:cubicBezTo>
                  <a:pt x="267762" y="144337"/>
                  <a:pt x="268907" y="145736"/>
                  <a:pt x="270129" y="147066"/>
                </a:cubicBezTo>
                <a:cubicBezTo>
                  <a:pt x="270642" y="148042"/>
                  <a:pt x="271248" y="148967"/>
                  <a:pt x="271939" y="149828"/>
                </a:cubicBezTo>
                <a:cubicBezTo>
                  <a:pt x="283197" y="160610"/>
                  <a:pt x="299253" y="164760"/>
                  <a:pt x="314325" y="160782"/>
                </a:cubicBezTo>
                <a:cubicBezTo>
                  <a:pt x="315944" y="160782"/>
                  <a:pt x="317468" y="159829"/>
                  <a:pt x="318992" y="159353"/>
                </a:cubicBezTo>
                <a:lnTo>
                  <a:pt x="320231" y="158877"/>
                </a:lnTo>
                <a:close/>
              </a:path>
            </a:pathLst>
          </a:custGeom>
          <a:solidFill>
            <a:srgbClr val="C00000"/>
          </a:solidFill>
          <a:ln w="9525" cap="flat">
            <a:solidFill>
              <a:schemeClr val="tx2"/>
            </a:solidFill>
            <a:prstDash val="solid"/>
            <a:miter/>
          </a:ln>
        </p:spPr>
        <p:txBody>
          <a:bodyPr/>
          <a:lstStyle/>
          <a:p>
            <a:endParaRPr lang="en-GB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A40B1E5E-3984-602E-0D19-DC97A710FB2C}"/>
              </a:ext>
            </a:extLst>
          </p:cNvPr>
          <p:cNvSpPr/>
          <p:nvPr/>
        </p:nvSpPr>
        <p:spPr>
          <a:xfrm>
            <a:off x="-786629" y="1321379"/>
            <a:ext cx="247650" cy="251200"/>
          </a:xfrm>
          <a:custGeom>
            <a:avLst/>
            <a:gdLst>
              <a:gd name="csX0" fmla="*/ 142875 w 247650"/>
              <a:gd name="csY0" fmla="*/ 85142 h 332792"/>
              <a:gd name="csX1" fmla="*/ 147066 w 247650"/>
              <a:gd name="csY1" fmla="*/ 81618 h 332792"/>
              <a:gd name="csX2" fmla="*/ 149828 w 247650"/>
              <a:gd name="csY2" fmla="*/ 79808 h 332792"/>
              <a:gd name="csX3" fmla="*/ 159925 w 247650"/>
              <a:gd name="csY3" fmla="*/ 33041 h 332792"/>
              <a:gd name="csX4" fmla="*/ 159925 w 247650"/>
              <a:gd name="csY4" fmla="*/ 31612 h 332792"/>
              <a:gd name="csX5" fmla="*/ 99051 w 247650"/>
              <a:gd name="csY5" fmla="*/ 2790 h 332792"/>
              <a:gd name="csX6" fmla="*/ 70230 w 247650"/>
              <a:gd name="csY6" fmla="*/ 63664 h 332792"/>
              <a:gd name="csX7" fmla="*/ 85725 w 247650"/>
              <a:gd name="csY7" fmla="*/ 85142 h 332792"/>
              <a:gd name="csX8" fmla="*/ 0 w 247650"/>
              <a:gd name="csY8" fmla="*/ 85142 h 332792"/>
              <a:gd name="csX9" fmla="*/ 0 w 247650"/>
              <a:gd name="csY9" fmla="*/ 124195 h 332792"/>
              <a:gd name="csX10" fmla="*/ 9525 w 247650"/>
              <a:gd name="csY10" fmla="*/ 123623 h 332792"/>
              <a:gd name="csX11" fmla="*/ 85725 w 247650"/>
              <a:gd name="csY11" fmla="*/ 199823 h 332792"/>
              <a:gd name="csX12" fmla="*/ 9525 w 247650"/>
              <a:gd name="csY12" fmla="*/ 276023 h 332792"/>
              <a:gd name="csX13" fmla="*/ 0 w 247650"/>
              <a:gd name="csY13" fmla="*/ 275357 h 332792"/>
              <a:gd name="csX14" fmla="*/ 0 w 247650"/>
              <a:gd name="csY14" fmla="*/ 332792 h 332792"/>
              <a:gd name="csX15" fmla="*/ 247650 w 247650"/>
              <a:gd name="csY15" fmla="*/ 332792 h 332792"/>
              <a:gd name="csX16" fmla="*/ 247650 w 247650"/>
              <a:gd name="csY16" fmla="*/ 85142 h 332792"/>
              <a:gd name="csX0" fmla="*/ 142875 w 247650"/>
              <a:gd name="csY0" fmla="*/ 82481 h 330131"/>
              <a:gd name="csX1" fmla="*/ 147066 w 247650"/>
              <a:gd name="csY1" fmla="*/ 78957 h 330131"/>
              <a:gd name="csX2" fmla="*/ 149828 w 247650"/>
              <a:gd name="csY2" fmla="*/ 77147 h 330131"/>
              <a:gd name="csX3" fmla="*/ 159925 w 247650"/>
              <a:gd name="csY3" fmla="*/ 30380 h 330131"/>
              <a:gd name="csX4" fmla="*/ 137623 w 247650"/>
              <a:gd name="csY4" fmla="*/ 48067 h 330131"/>
              <a:gd name="csX5" fmla="*/ 99051 w 247650"/>
              <a:gd name="csY5" fmla="*/ 129 h 330131"/>
              <a:gd name="csX6" fmla="*/ 70230 w 247650"/>
              <a:gd name="csY6" fmla="*/ 61003 h 330131"/>
              <a:gd name="csX7" fmla="*/ 85725 w 247650"/>
              <a:gd name="csY7" fmla="*/ 82481 h 330131"/>
              <a:gd name="csX8" fmla="*/ 0 w 247650"/>
              <a:gd name="csY8" fmla="*/ 82481 h 330131"/>
              <a:gd name="csX9" fmla="*/ 0 w 247650"/>
              <a:gd name="csY9" fmla="*/ 121534 h 330131"/>
              <a:gd name="csX10" fmla="*/ 9525 w 247650"/>
              <a:gd name="csY10" fmla="*/ 120962 h 330131"/>
              <a:gd name="csX11" fmla="*/ 85725 w 247650"/>
              <a:gd name="csY11" fmla="*/ 197162 h 330131"/>
              <a:gd name="csX12" fmla="*/ 9525 w 247650"/>
              <a:gd name="csY12" fmla="*/ 273362 h 330131"/>
              <a:gd name="csX13" fmla="*/ 0 w 247650"/>
              <a:gd name="csY13" fmla="*/ 272696 h 330131"/>
              <a:gd name="csX14" fmla="*/ 0 w 247650"/>
              <a:gd name="csY14" fmla="*/ 330131 h 330131"/>
              <a:gd name="csX15" fmla="*/ 247650 w 247650"/>
              <a:gd name="csY15" fmla="*/ 330131 h 330131"/>
              <a:gd name="csX16" fmla="*/ 247650 w 247650"/>
              <a:gd name="csY16" fmla="*/ 82481 h 330131"/>
              <a:gd name="csX17" fmla="*/ 142875 w 247650"/>
              <a:gd name="csY17" fmla="*/ 82481 h 330131"/>
              <a:gd name="csX0" fmla="*/ 142875 w 247650"/>
              <a:gd name="csY0" fmla="*/ 52897 h 300547"/>
              <a:gd name="csX1" fmla="*/ 147066 w 247650"/>
              <a:gd name="csY1" fmla="*/ 49373 h 300547"/>
              <a:gd name="csX2" fmla="*/ 149828 w 247650"/>
              <a:gd name="csY2" fmla="*/ 47563 h 300547"/>
              <a:gd name="csX3" fmla="*/ 159925 w 247650"/>
              <a:gd name="csY3" fmla="*/ 796 h 300547"/>
              <a:gd name="csX4" fmla="*/ 137623 w 247650"/>
              <a:gd name="csY4" fmla="*/ 18483 h 300547"/>
              <a:gd name="csX5" fmla="*/ 108609 w 247650"/>
              <a:gd name="csY5" fmla="*/ 2406 h 300547"/>
              <a:gd name="csX6" fmla="*/ 70230 w 247650"/>
              <a:gd name="csY6" fmla="*/ 31419 h 300547"/>
              <a:gd name="csX7" fmla="*/ 85725 w 247650"/>
              <a:gd name="csY7" fmla="*/ 52897 h 300547"/>
              <a:gd name="csX8" fmla="*/ 0 w 247650"/>
              <a:gd name="csY8" fmla="*/ 52897 h 300547"/>
              <a:gd name="csX9" fmla="*/ 0 w 247650"/>
              <a:gd name="csY9" fmla="*/ 91950 h 300547"/>
              <a:gd name="csX10" fmla="*/ 9525 w 247650"/>
              <a:gd name="csY10" fmla="*/ 91378 h 300547"/>
              <a:gd name="csX11" fmla="*/ 85725 w 247650"/>
              <a:gd name="csY11" fmla="*/ 167578 h 300547"/>
              <a:gd name="csX12" fmla="*/ 9525 w 247650"/>
              <a:gd name="csY12" fmla="*/ 243778 h 300547"/>
              <a:gd name="csX13" fmla="*/ 0 w 247650"/>
              <a:gd name="csY13" fmla="*/ 243112 h 300547"/>
              <a:gd name="csX14" fmla="*/ 0 w 247650"/>
              <a:gd name="csY14" fmla="*/ 300547 h 300547"/>
              <a:gd name="csX15" fmla="*/ 247650 w 247650"/>
              <a:gd name="csY15" fmla="*/ 300547 h 300547"/>
              <a:gd name="csX16" fmla="*/ 247650 w 247650"/>
              <a:gd name="csY16" fmla="*/ 52897 h 300547"/>
              <a:gd name="csX17" fmla="*/ 142875 w 247650"/>
              <a:gd name="csY17" fmla="*/ 52897 h 300547"/>
              <a:gd name="csX0" fmla="*/ 142875 w 247650"/>
              <a:gd name="csY0" fmla="*/ 52897 h 300547"/>
              <a:gd name="csX1" fmla="*/ 147066 w 247650"/>
              <a:gd name="csY1" fmla="*/ 49373 h 300547"/>
              <a:gd name="csX2" fmla="*/ 149828 w 247650"/>
              <a:gd name="csY2" fmla="*/ 47563 h 300547"/>
              <a:gd name="csX3" fmla="*/ 159925 w 247650"/>
              <a:gd name="csY3" fmla="*/ 796 h 300547"/>
              <a:gd name="csX4" fmla="*/ 137623 w 247650"/>
              <a:gd name="csY4" fmla="*/ 18483 h 300547"/>
              <a:gd name="csX5" fmla="*/ 108609 w 247650"/>
              <a:gd name="csY5" fmla="*/ 2406 h 300547"/>
              <a:gd name="csX6" fmla="*/ 98904 w 247650"/>
              <a:gd name="csY6" fmla="*/ 31419 h 300547"/>
              <a:gd name="csX7" fmla="*/ 85725 w 247650"/>
              <a:gd name="csY7" fmla="*/ 52897 h 300547"/>
              <a:gd name="csX8" fmla="*/ 0 w 247650"/>
              <a:gd name="csY8" fmla="*/ 52897 h 300547"/>
              <a:gd name="csX9" fmla="*/ 0 w 247650"/>
              <a:gd name="csY9" fmla="*/ 91950 h 300547"/>
              <a:gd name="csX10" fmla="*/ 9525 w 247650"/>
              <a:gd name="csY10" fmla="*/ 91378 h 300547"/>
              <a:gd name="csX11" fmla="*/ 85725 w 247650"/>
              <a:gd name="csY11" fmla="*/ 167578 h 300547"/>
              <a:gd name="csX12" fmla="*/ 9525 w 247650"/>
              <a:gd name="csY12" fmla="*/ 243778 h 300547"/>
              <a:gd name="csX13" fmla="*/ 0 w 247650"/>
              <a:gd name="csY13" fmla="*/ 243112 h 300547"/>
              <a:gd name="csX14" fmla="*/ 0 w 247650"/>
              <a:gd name="csY14" fmla="*/ 300547 h 300547"/>
              <a:gd name="csX15" fmla="*/ 247650 w 247650"/>
              <a:gd name="csY15" fmla="*/ 300547 h 300547"/>
              <a:gd name="csX16" fmla="*/ 247650 w 247650"/>
              <a:gd name="csY16" fmla="*/ 52897 h 300547"/>
              <a:gd name="csX17" fmla="*/ 142875 w 247650"/>
              <a:gd name="csY17" fmla="*/ 52897 h 300547"/>
              <a:gd name="csX0" fmla="*/ 142875 w 247650"/>
              <a:gd name="csY0" fmla="*/ 52897 h 300547"/>
              <a:gd name="csX1" fmla="*/ 147066 w 247650"/>
              <a:gd name="csY1" fmla="*/ 49373 h 300547"/>
              <a:gd name="csX2" fmla="*/ 149828 w 247650"/>
              <a:gd name="csY2" fmla="*/ 47563 h 300547"/>
              <a:gd name="csX3" fmla="*/ 131251 w 247650"/>
              <a:gd name="csY3" fmla="*/ 16726 h 300547"/>
              <a:gd name="csX4" fmla="*/ 137623 w 247650"/>
              <a:gd name="csY4" fmla="*/ 18483 h 300547"/>
              <a:gd name="csX5" fmla="*/ 108609 w 247650"/>
              <a:gd name="csY5" fmla="*/ 2406 h 300547"/>
              <a:gd name="csX6" fmla="*/ 98904 w 247650"/>
              <a:gd name="csY6" fmla="*/ 31419 h 300547"/>
              <a:gd name="csX7" fmla="*/ 85725 w 247650"/>
              <a:gd name="csY7" fmla="*/ 52897 h 300547"/>
              <a:gd name="csX8" fmla="*/ 0 w 247650"/>
              <a:gd name="csY8" fmla="*/ 52897 h 300547"/>
              <a:gd name="csX9" fmla="*/ 0 w 247650"/>
              <a:gd name="csY9" fmla="*/ 91950 h 300547"/>
              <a:gd name="csX10" fmla="*/ 9525 w 247650"/>
              <a:gd name="csY10" fmla="*/ 91378 h 300547"/>
              <a:gd name="csX11" fmla="*/ 85725 w 247650"/>
              <a:gd name="csY11" fmla="*/ 167578 h 300547"/>
              <a:gd name="csX12" fmla="*/ 9525 w 247650"/>
              <a:gd name="csY12" fmla="*/ 243778 h 300547"/>
              <a:gd name="csX13" fmla="*/ 0 w 247650"/>
              <a:gd name="csY13" fmla="*/ 243112 h 300547"/>
              <a:gd name="csX14" fmla="*/ 0 w 247650"/>
              <a:gd name="csY14" fmla="*/ 300547 h 300547"/>
              <a:gd name="csX15" fmla="*/ 247650 w 247650"/>
              <a:gd name="csY15" fmla="*/ 300547 h 300547"/>
              <a:gd name="csX16" fmla="*/ 247650 w 247650"/>
              <a:gd name="csY16" fmla="*/ 52897 h 300547"/>
              <a:gd name="csX17" fmla="*/ 142875 w 247650"/>
              <a:gd name="csY17" fmla="*/ 52897 h 300547"/>
              <a:gd name="csX0" fmla="*/ 142875 w 247650"/>
              <a:gd name="csY0" fmla="*/ 36228 h 283878"/>
              <a:gd name="csX1" fmla="*/ 147066 w 247650"/>
              <a:gd name="csY1" fmla="*/ 32704 h 283878"/>
              <a:gd name="csX2" fmla="*/ 149828 w 247650"/>
              <a:gd name="csY2" fmla="*/ 30894 h 283878"/>
              <a:gd name="csX3" fmla="*/ 131251 w 247650"/>
              <a:gd name="csY3" fmla="*/ 57 h 283878"/>
              <a:gd name="csX4" fmla="*/ 137623 w 247650"/>
              <a:gd name="csY4" fmla="*/ 1814 h 283878"/>
              <a:gd name="csX5" fmla="*/ 98904 w 247650"/>
              <a:gd name="csY5" fmla="*/ 14750 h 283878"/>
              <a:gd name="csX6" fmla="*/ 85725 w 247650"/>
              <a:gd name="csY6" fmla="*/ 36228 h 283878"/>
              <a:gd name="csX7" fmla="*/ 0 w 247650"/>
              <a:gd name="csY7" fmla="*/ 36228 h 283878"/>
              <a:gd name="csX8" fmla="*/ 0 w 247650"/>
              <a:gd name="csY8" fmla="*/ 75281 h 283878"/>
              <a:gd name="csX9" fmla="*/ 9525 w 247650"/>
              <a:gd name="csY9" fmla="*/ 74709 h 283878"/>
              <a:gd name="csX10" fmla="*/ 85725 w 247650"/>
              <a:gd name="csY10" fmla="*/ 150909 h 283878"/>
              <a:gd name="csX11" fmla="*/ 9525 w 247650"/>
              <a:gd name="csY11" fmla="*/ 227109 h 283878"/>
              <a:gd name="csX12" fmla="*/ 0 w 247650"/>
              <a:gd name="csY12" fmla="*/ 226443 h 283878"/>
              <a:gd name="csX13" fmla="*/ 0 w 247650"/>
              <a:gd name="csY13" fmla="*/ 283878 h 283878"/>
              <a:gd name="csX14" fmla="*/ 247650 w 247650"/>
              <a:gd name="csY14" fmla="*/ 283878 h 283878"/>
              <a:gd name="csX15" fmla="*/ 247650 w 247650"/>
              <a:gd name="csY15" fmla="*/ 36228 h 283878"/>
              <a:gd name="csX16" fmla="*/ 142875 w 247650"/>
              <a:gd name="csY16" fmla="*/ 36228 h 283878"/>
              <a:gd name="csX0" fmla="*/ 142875 w 247650"/>
              <a:gd name="csY0" fmla="*/ 36576 h 284226"/>
              <a:gd name="csX1" fmla="*/ 147066 w 247650"/>
              <a:gd name="csY1" fmla="*/ 33052 h 284226"/>
              <a:gd name="csX2" fmla="*/ 149828 w 247650"/>
              <a:gd name="csY2" fmla="*/ 31242 h 284226"/>
              <a:gd name="csX3" fmla="*/ 131251 w 247650"/>
              <a:gd name="csY3" fmla="*/ 405 h 284226"/>
              <a:gd name="csX4" fmla="*/ 98904 w 247650"/>
              <a:gd name="csY4" fmla="*/ 15098 h 284226"/>
              <a:gd name="csX5" fmla="*/ 85725 w 247650"/>
              <a:gd name="csY5" fmla="*/ 36576 h 284226"/>
              <a:gd name="csX6" fmla="*/ 0 w 247650"/>
              <a:gd name="csY6" fmla="*/ 36576 h 284226"/>
              <a:gd name="csX7" fmla="*/ 0 w 247650"/>
              <a:gd name="csY7" fmla="*/ 75629 h 284226"/>
              <a:gd name="csX8" fmla="*/ 9525 w 247650"/>
              <a:gd name="csY8" fmla="*/ 75057 h 284226"/>
              <a:gd name="csX9" fmla="*/ 85725 w 247650"/>
              <a:gd name="csY9" fmla="*/ 151257 h 284226"/>
              <a:gd name="csX10" fmla="*/ 9525 w 247650"/>
              <a:gd name="csY10" fmla="*/ 227457 h 284226"/>
              <a:gd name="csX11" fmla="*/ 0 w 247650"/>
              <a:gd name="csY11" fmla="*/ 226791 h 284226"/>
              <a:gd name="csX12" fmla="*/ 0 w 247650"/>
              <a:gd name="csY12" fmla="*/ 284226 h 284226"/>
              <a:gd name="csX13" fmla="*/ 247650 w 247650"/>
              <a:gd name="csY13" fmla="*/ 284226 h 284226"/>
              <a:gd name="csX14" fmla="*/ 247650 w 247650"/>
              <a:gd name="csY14" fmla="*/ 36576 h 284226"/>
              <a:gd name="csX15" fmla="*/ 142875 w 247650"/>
              <a:gd name="csY15" fmla="*/ 36576 h 284226"/>
              <a:gd name="csX0" fmla="*/ 142875 w 247650"/>
              <a:gd name="csY0" fmla="*/ 21519 h 269169"/>
              <a:gd name="csX1" fmla="*/ 147066 w 247650"/>
              <a:gd name="csY1" fmla="*/ 17995 h 269169"/>
              <a:gd name="csX2" fmla="*/ 149828 w 247650"/>
              <a:gd name="csY2" fmla="*/ 16185 h 269169"/>
              <a:gd name="csX3" fmla="*/ 98904 w 247650"/>
              <a:gd name="csY3" fmla="*/ 41 h 269169"/>
              <a:gd name="csX4" fmla="*/ 85725 w 247650"/>
              <a:gd name="csY4" fmla="*/ 21519 h 269169"/>
              <a:gd name="csX5" fmla="*/ 0 w 247650"/>
              <a:gd name="csY5" fmla="*/ 21519 h 269169"/>
              <a:gd name="csX6" fmla="*/ 0 w 247650"/>
              <a:gd name="csY6" fmla="*/ 60572 h 269169"/>
              <a:gd name="csX7" fmla="*/ 9525 w 247650"/>
              <a:gd name="csY7" fmla="*/ 60000 h 269169"/>
              <a:gd name="csX8" fmla="*/ 85725 w 247650"/>
              <a:gd name="csY8" fmla="*/ 136200 h 269169"/>
              <a:gd name="csX9" fmla="*/ 9525 w 247650"/>
              <a:gd name="csY9" fmla="*/ 212400 h 269169"/>
              <a:gd name="csX10" fmla="*/ 0 w 247650"/>
              <a:gd name="csY10" fmla="*/ 211734 h 269169"/>
              <a:gd name="csX11" fmla="*/ 0 w 247650"/>
              <a:gd name="csY11" fmla="*/ 269169 h 269169"/>
              <a:gd name="csX12" fmla="*/ 247650 w 247650"/>
              <a:gd name="csY12" fmla="*/ 269169 h 269169"/>
              <a:gd name="csX13" fmla="*/ 247650 w 247650"/>
              <a:gd name="csY13" fmla="*/ 21519 h 269169"/>
              <a:gd name="csX14" fmla="*/ 142875 w 247650"/>
              <a:gd name="csY14" fmla="*/ 21519 h 269169"/>
              <a:gd name="csX0" fmla="*/ 142875 w 247650"/>
              <a:gd name="csY0" fmla="*/ 5442 h 253092"/>
              <a:gd name="csX1" fmla="*/ 147066 w 247650"/>
              <a:gd name="csY1" fmla="*/ 1918 h 253092"/>
              <a:gd name="csX2" fmla="*/ 149828 w 247650"/>
              <a:gd name="csY2" fmla="*/ 108 h 253092"/>
              <a:gd name="csX3" fmla="*/ 85725 w 247650"/>
              <a:gd name="csY3" fmla="*/ 5442 h 253092"/>
              <a:gd name="csX4" fmla="*/ 0 w 247650"/>
              <a:gd name="csY4" fmla="*/ 5442 h 253092"/>
              <a:gd name="csX5" fmla="*/ 0 w 247650"/>
              <a:gd name="csY5" fmla="*/ 44495 h 253092"/>
              <a:gd name="csX6" fmla="*/ 9525 w 247650"/>
              <a:gd name="csY6" fmla="*/ 43923 h 253092"/>
              <a:gd name="csX7" fmla="*/ 85725 w 247650"/>
              <a:gd name="csY7" fmla="*/ 120123 h 253092"/>
              <a:gd name="csX8" fmla="*/ 9525 w 247650"/>
              <a:gd name="csY8" fmla="*/ 196323 h 253092"/>
              <a:gd name="csX9" fmla="*/ 0 w 247650"/>
              <a:gd name="csY9" fmla="*/ 195657 h 253092"/>
              <a:gd name="csX10" fmla="*/ 0 w 247650"/>
              <a:gd name="csY10" fmla="*/ 253092 h 253092"/>
              <a:gd name="csX11" fmla="*/ 247650 w 247650"/>
              <a:gd name="csY11" fmla="*/ 253092 h 253092"/>
              <a:gd name="csX12" fmla="*/ 247650 w 247650"/>
              <a:gd name="csY12" fmla="*/ 5442 h 253092"/>
              <a:gd name="csX13" fmla="*/ 142875 w 247650"/>
              <a:gd name="csY13" fmla="*/ 5442 h 253092"/>
              <a:gd name="csX0" fmla="*/ 247650 w 247650"/>
              <a:gd name="csY0" fmla="*/ 5442 h 253092"/>
              <a:gd name="csX1" fmla="*/ 147066 w 247650"/>
              <a:gd name="csY1" fmla="*/ 1918 h 253092"/>
              <a:gd name="csX2" fmla="*/ 149828 w 247650"/>
              <a:gd name="csY2" fmla="*/ 108 h 253092"/>
              <a:gd name="csX3" fmla="*/ 85725 w 247650"/>
              <a:gd name="csY3" fmla="*/ 5442 h 253092"/>
              <a:gd name="csX4" fmla="*/ 0 w 247650"/>
              <a:gd name="csY4" fmla="*/ 5442 h 253092"/>
              <a:gd name="csX5" fmla="*/ 0 w 247650"/>
              <a:gd name="csY5" fmla="*/ 44495 h 253092"/>
              <a:gd name="csX6" fmla="*/ 9525 w 247650"/>
              <a:gd name="csY6" fmla="*/ 43923 h 253092"/>
              <a:gd name="csX7" fmla="*/ 85725 w 247650"/>
              <a:gd name="csY7" fmla="*/ 120123 h 253092"/>
              <a:gd name="csX8" fmla="*/ 9525 w 247650"/>
              <a:gd name="csY8" fmla="*/ 196323 h 253092"/>
              <a:gd name="csX9" fmla="*/ 0 w 247650"/>
              <a:gd name="csY9" fmla="*/ 195657 h 253092"/>
              <a:gd name="csX10" fmla="*/ 0 w 247650"/>
              <a:gd name="csY10" fmla="*/ 253092 h 253092"/>
              <a:gd name="csX11" fmla="*/ 247650 w 247650"/>
              <a:gd name="csY11" fmla="*/ 253092 h 253092"/>
              <a:gd name="csX12" fmla="*/ 247650 w 247650"/>
              <a:gd name="csY12" fmla="*/ 5442 h 253092"/>
              <a:gd name="csX0" fmla="*/ 247650 w 247650"/>
              <a:gd name="csY0" fmla="*/ 3550 h 251200"/>
              <a:gd name="csX1" fmla="*/ 147066 w 247650"/>
              <a:gd name="csY1" fmla="*/ 26 h 251200"/>
              <a:gd name="csX2" fmla="*/ 140270 w 247650"/>
              <a:gd name="csY2" fmla="*/ 4588 h 251200"/>
              <a:gd name="csX3" fmla="*/ 85725 w 247650"/>
              <a:gd name="csY3" fmla="*/ 3550 h 251200"/>
              <a:gd name="csX4" fmla="*/ 0 w 247650"/>
              <a:gd name="csY4" fmla="*/ 3550 h 251200"/>
              <a:gd name="csX5" fmla="*/ 0 w 247650"/>
              <a:gd name="csY5" fmla="*/ 42603 h 251200"/>
              <a:gd name="csX6" fmla="*/ 9525 w 247650"/>
              <a:gd name="csY6" fmla="*/ 42031 h 251200"/>
              <a:gd name="csX7" fmla="*/ 85725 w 247650"/>
              <a:gd name="csY7" fmla="*/ 118231 h 251200"/>
              <a:gd name="csX8" fmla="*/ 9525 w 247650"/>
              <a:gd name="csY8" fmla="*/ 194431 h 251200"/>
              <a:gd name="csX9" fmla="*/ 0 w 247650"/>
              <a:gd name="csY9" fmla="*/ 193765 h 251200"/>
              <a:gd name="csX10" fmla="*/ 0 w 247650"/>
              <a:gd name="csY10" fmla="*/ 251200 h 251200"/>
              <a:gd name="csX11" fmla="*/ 247650 w 247650"/>
              <a:gd name="csY11" fmla="*/ 251200 h 251200"/>
              <a:gd name="csX12" fmla="*/ 247650 w 247650"/>
              <a:gd name="csY12" fmla="*/ 3550 h 25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47650" h="251200">
                <a:moveTo>
                  <a:pt x="247650" y="3550"/>
                </a:moveTo>
                <a:lnTo>
                  <a:pt x="147066" y="26"/>
                </a:lnTo>
                <a:cubicBezTo>
                  <a:pt x="148106" y="-371"/>
                  <a:pt x="150493" y="4001"/>
                  <a:pt x="140270" y="4588"/>
                </a:cubicBezTo>
                <a:cubicBezTo>
                  <a:pt x="130047" y="5175"/>
                  <a:pt x="110696" y="2661"/>
                  <a:pt x="85725" y="3550"/>
                </a:cubicBezTo>
                <a:lnTo>
                  <a:pt x="0" y="3550"/>
                </a:lnTo>
                <a:lnTo>
                  <a:pt x="0" y="42603"/>
                </a:lnTo>
                <a:cubicBezTo>
                  <a:pt x="3160" y="42220"/>
                  <a:pt x="6342" y="42030"/>
                  <a:pt x="9525" y="42031"/>
                </a:cubicBezTo>
                <a:cubicBezTo>
                  <a:pt x="51609" y="42031"/>
                  <a:pt x="85725" y="76147"/>
                  <a:pt x="85725" y="118231"/>
                </a:cubicBezTo>
                <a:cubicBezTo>
                  <a:pt x="85725" y="160316"/>
                  <a:pt x="51609" y="194431"/>
                  <a:pt x="9525" y="194431"/>
                </a:cubicBezTo>
                <a:cubicBezTo>
                  <a:pt x="6340" y="194402"/>
                  <a:pt x="3158" y="194180"/>
                  <a:pt x="0" y="193765"/>
                </a:cubicBezTo>
                <a:lnTo>
                  <a:pt x="0" y="251200"/>
                </a:lnTo>
                <a:lnTo>
                  <a:pt x="247650" y="251200"/>
                </a:lnTo>
                <a:lnTo>
                  <a:pt x="247650" y="3550"/>
                </a:lnTo>
                <a:close/>
              </a:path>
            </a:pathLst>
          </a:custGeom>
          <a:solidFill>
            <a:srgbClr val="00B0F0"/>
          </a:solidFill>
          <a:ln w="9525" cap="flat">
            <a:solidFill>
              <a:schemeClr val="tx2"/>
            </a:solidFill>
            <a:prstDash val="solid"/>
            <a:miter/>
          </a:ln>
        </p:spPr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FC512A6-4AA6-4BD9-C6BD-888795661B6B}"/>
              </a:ext>
            </a:extLst>
          </p:cNvPr>
          <p:cNvSpPr/>
          <p:nvPr/>
        </p:nvSpPr>
        <p:spPr>
          <a:xfrm>
            <a:off x="-154891" y="1357571"/>
            <a:ext cx="269886" cy="304528"/>
          </a:xfrm>
          <a:custGeom>
            <a:avLst/>
            <a:gdLst>
              <a:gd name="csX0" fmla="*/ 266700 w 266700"/>
              <a:gd name="csY0" fmla="*/ 98869 h 352425"/>
              <a:gd name="csX1" fmla="*/ 266700 w 266700"/>
              <a:gd name="csY1" fmla="*/ 0 h 352425"/>
              <a:gd name="csX2" fmla="*/ 0 w 266700"/>
              <a:gd name="csY2" fmla="*/ 0 h 352425"/>
              <a:gd name="csX3" fmla="*/ 0 w 266700"/>
              <a:gd name="csY3" fmla="*/ 266700 h 352425"/>
              <a:gd name="csX4" fmla="*/ 104775 w 266700"/>
              <a:gd name="csY4" fmla="*/ 266700 h 352425"/>
              <a:gd name="csX5" fmla="*/ 85725 w 266700"/>
              <a:gd name="csY5" fmla="*/ 304800 h 352425"/>
              <a:gd name="csX6" fmla="*/ 133350 w 266700"/>
              <a:gd name="csY6" fmla="*/ 352425 h 352425"/>
              <a:gd name="csX7" fmla="*/ 180975 w 266700"/>
              <a:gd name="csY7" fmla="*/ 304800 h 352425"/>
              <a:gd name="csX8" fmla="*/ 161925 w 266700"/>
              <a:gd name="csY8" fmla="*/ 266700 h 352425"/>
              <a:gd name="csX9" fmla="*/ 266700 w 266700"/>
              <a:gd name="csY9" fmla="*/ 266700 h 352425"/>
              <a:gd name="csX10" fmla="*/ 266700 w 266700"/>
              <a:gd name="csY10" fmla="*/ 168783 h 352425"/>
              <a:gd name="csX11" fmla="*/ 193834 w 266700"/>
              <a:gd name="csY11" fmla="*/ 168783 h 352425"/>
              <a:gd name="csX12" fmla="*/ 193018 w 266700"/>
              <a:gd name="csY12" fmla="*/ 99685 h 352425"/>
              <a:gd name="csX13" fmla="*/ 193834 w 266700"/>
              <a:gd name="csY13" fmla="*/ 98869 h 352425"/>
              <a:gd name="csX14" fmla="*/ 266700 w 266700"/>
              <a:gd name="csY14" fmla="*/ 98869 h 352425"/>
              <a:gd name="csX0" fmla="*/ 266700 w 266700"/>
              <a:gd name="csY0" fmla="*/ 98869 h 352425"/>
              <a:gd name="csX1" fmla="*/ 266700 w 266700"/>
              <a:gd name="csY1" fmla="*/ 52251 h 352425"/>
              <a:gd name="csX2" fmla="*/ 0 w 266700"/>
              <a:gd name="csY2" fmla="*/ 0 h 352425"/>
              <a:gd name="csX3" fmla="*/ 0 w 266700"/>
              <a:gd name="csY3" fmla="*/ 266700 h 352425"/>
              <a:gd name="csX4" fmla="*/ 104775 w 266700"/>
              <a:gd name="csY4" fmla="*/ 266700 h 352425"/>
              <a:gd name="csX5" fmla="*/ 85725 w 266700"/>
              <a:gd name="csY5" fmla="*/ 304800 h 352425"/>
              <a:gd name="csX6" fmla="*/ 133350 w 266700"/>
              <a:gd name="csY6" fmla="*/ 352425 h 352425"/>
              <a:gd name="csX7" fmla="*/ 180975 w 266700"/>
              <a:gd name="csY7" fmla="*/ 304800 h 352425"/>
              <a:gd name="csX8" fmla="*/ 161925 w 266700"/>
              <a:gd name="csY8" fmla="*/ 266700 h 352425"/>
              <a:gd name="csX9" fmla="*/ 266700 w 266700"/>
              <a:gd name="csY9" fmla="*/ 266700 h 352425"/>
              <a:gd name="csX10" fmla="*/ 266700 w 266700"/>
              <a:gd name="csY10" fmla="*/ 168783 h 352425"/>
              <a:gd name="csX11" fmla="*/ 193834 w 266700"/>
              <a:gd name="csY11" fmla="*/ 168783 h 352425"/>
              <a:gd name="csX12" fmla="*/ 193018 w 266700"/>
              <a:gd name="csY12" fmla="*/ 99685 h 352425"/>
              <a:gd name="csX13" fmla="*/ 193834 w 266700"/>
              <a:gd name="csY13" fmla="*/ 98869 h 352425"/>
              <a:gd name="csX14" fmla="*/ 266700 w 266700"/>
              <a:gd name="csY14" fmla="*/ 98869 h 352425"/>
              <a:gd name="csX0" fmla="*/ 266700 w 266700"/>
              <a:gd name="csY0" fmla="*/ 50972 h 304528"/>
              <a:gd name="csX1" fmla="*/ 266700 w 266700"/>
              <a:gd name="csY1" fmla="*/ 4354 h 304528"/>
              <a:gd name="csX2" fmla="*/ 0 w 266700"/>
              <a:gd name="csY2" fmla="*/ 0 h 304528"/>
              <a:gd name="csX3" fmla="*/ 0 w 266700"/>
              <a:gd name="csY3" fmla="*/ 218803 h 304528"/>
              <a:gd name="csX4" fmla="*/ 104775 w 266700"/>
              <a:gd name="csY4" fmla="*/ 218803 h 304528"/>
              <a:gd name="csX5" fmla="*/ 85725 w 266700"/>
              <a:gd name="csY5" fmla="*/ 256903 h 304528"/>
              <a:gd name="csX6" fmla="*/ 133350 w 266700"/>
              <a:gd name="csY6" fmla="*/ 304528 h 304528"/>
              <a:gd name="csX7" fmla="*/ 180975 w 266700"/>
              <a:gd name="csY7" fmla="*/ 256903 h 304528"/>
              <a:gd name="csX8" fmla="*/ 161925 w 266700"/>
              <a:gd name="csY8" fmla="*/ 218803 h 304528"/>
              <a:gd name="csX9" fmla="*/ 266700 w 266700"/>
              <a:gd name="csY9" fmla="*/ 218803 h 304528"/>
              <a:gd name="csX10" fmla="*/ 266700 w 266700"/>
              <a:gd name="csY10" fmla="*/ 120886 h 304528"/>
              <a:gd name="csX11" fmla="*/ 193834 w 266700"/>
              <a:gd name="csY11" fmla="*/ 120886 h 304528"/>
              <a:gd name="csX12" fmla="*/ 193018 w 266700"/>
              <a:gd name="csY12" fmla="*/ 51788 h 304528"/>
              <a:gd name="csX13" fmla="*/ 193834 w 266700"/>
              <a:gd name="csY13" fmla="*/ 50972 h 304528"/>
              <a:gd name="csX14" fmla="*/ 266700 w 266700"/>
              <a:gd name="csY14" fmla="*/ 50972 h 304528"/>
              <a:gd name="csX0" fmla="*/ 266700 w 269886"/>
              <a:gd name="csY0" fmla="*/ 56176 h 309732"/>
              <a:gd name="csX1" fmla="*/ 269886 w 269886"/>
              <a:gd name="csY1" fmla="*/ 0 h 309732"/>
              <a:gd name="csX2" fmla="*/ 0 w 269886"/>
              <a:gd name="csY2" fmla="*/ 5204 h 309732"/>
              <a:gd name="csX3" fmla="*/ 0 w 269886"/>
              <a:gd name="csY3" fmla="*/ 224007 h 309732"/>
              <a:gd name="csX4" fmla="*/ 104775 w 269886"/>
              <a:gd name="csY4" fmla="*/ 224007 h 309732"/>
              <a:gd name="csX5" fmla="*/ 85725 w 269886"/>
              <a:gd name="csY5" fmla="*/ 262107 h 309732"/>
              <a:gd name="csX6" fmla="*/ 133350 w 269886"/>
              <a:gd name="csY6" fmla="*/ 309732 h 309732"/>
              <a:gd name="csX7" fmla="*/ 180975 w 269886"/>
              <a:gd name="csY7" fmla="*/ 262107 h 309732"/>
              <a:gd name="csX8" fmla="*/ 161925 w 269886"/>
              <a:gd name="csY8" fmla="*/ 224007 h 309732"/>
              <a:gd name="csX9" fmla="*/ 266700 w 269886"/>
              <a:gd name="csY9" fmla="*/ 224007 h 309732"/>
              <a:gd name="csX10" fmla="*/ 266700 w 269886"/>
              <a:gd name="csY10" fmla="*/ 126090 h 309732"/>
              <a:gd name="csX11" fmla="*/ 193834 w 269886"/>
              <a:gd name="csY11" fmla="*/ 126090 h 309732"/>
              <a:gd name="csX12" fmla="*/ 193018 w 269886"/>
              <a:gd name="csY12" fmla="*/ 56992 h 309732"/>
              <a:gd name="csX13" fmla="*/ 193834 w 269886"/>
              <a:gd name="csY13" fmla="*/ 56176 h 309732"/>
              <a:gd name="csX14" fmla="*/ 266700 w 269886"/>
              <a:gd name="csY14" fmla="*/ 56176 h 309732"/>
              <a:gd name="csX0" fmla="*/ 266700 w 269886"/>
              <a:gd name="csY0" fmla="*/ 50972 h 304528"/>
              <a:gd name="csX1" fmla="*/ 269886 w 269886"/>
              <a:gd name="csY1" fmla="*/ 4354 h 304528"/>
              <a:gd name="csX2" fmla="*/ 0 w 269886"/>
              <a:gd name="csY2" fmla="*/ 0 h 304528"/>
              <a:gd name="csX3" fmla="*/ 0 w 269886"/>
              <a:gd name="csY3" fmla="*/ 218803 h 304528"/>
              <a:gd name="csX4" fmla="*/ 104775 w 269886"/>
              <a:gd name="csY4" fmla="*/ 218803 h 304528"/>
              <a:gd name="csX5" fmla="*/ 85725 w 269886"/>
              <a:gd name="csY5" fmla="*/ 256903 h 304528"/>
              <a:gd name="csX6" fmla="*/ 133350 w 269886"/>
              <a:gd name="csY6" fmla="*/ 304528 h 304528"/>
              <a:gd name="csX7" fmla="*/ 180975 w 269886"/>
              <a:gd name="csY7" fmla="*/ 256903 h 304528"/>
              <a:gd name="csX8" fmla="*/ 161925 w 269886"/>
              <a:gd name="csY8" fmla="*/ 218803 h 304528"/>
              <a:gd name="csX9" fmla="*/ 266700 w 269886"/>
              <a:gd name="csY9" fmla="*/ 218803 h 304528"/>
              <a:gd name="csX10" fmla="*/ 266700 w 269886"/>
              <a:gd name="csY10" fmla="*/ 120886 h 304528"/>
              <a:gd name="csX11" fmla="*/ 193834 w 269886"/>
              <a:gd name="csY11" fmla="*/ 120886 h 304528"/>
              <a:gd name="csX12" fmla="*/ 193018 w 269886"/>
              <a:gd name="csY12" fmla="*/ 51788 h 304528"/>
              <a:gd name="csX13" fmla="*/ 193834 w 269886"/>
              <a:gd name="csY13" fmla="*/ 50972 h 304528"/>
              <a:gd name="csX14" fmla="*/ 266700 w 269886"/>
              <a:gd name="csY14" fmla="*/ 50972 h 304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9886" h="304528">
                <a:moveTo>
                  <a:pt x="266700" y="50972"/>
                </a:moveTo>
                <a:lnTo>
                  <a:pt x="269886" y="4354"/>
                </a:lnTo>
                <a:lnTo>
                  <a:pt x="0" y="0"/>
                </a:lnTo>
                <a:lnTo>
                  <a:pt x="0" y="218803"/>
                </a:lnTo>
                <a:lnTo>
                  <a:pt x="104775" y="218803"/>
                </a:lnTo>
                <a:cubicBezTo>
                  <a:pt x="92783" y="227797"/>
                  <a:pt x="85725" y="241913"/>
                  <a:pt x="85725" y="256903"/>
                </a:cubicBezTo>
                <a:cubicBezTo>
                  <a:pt x="85725" y="283205"/>
                  <a:pt x="107048" y="304528"/>
                  <a:pt x="133350" y="304528"/>
                </a:cubicBezTo>
                <a:cubicBezTo>
                  <a:pt x="159652" y="304528"/>
                  <a:pt x="180975" y="283205"/>
                  <a:pt x="180975" y="256903"/>
                </a:cubicBezTo>
                <a:cubicBezTo>
                  <a:pt x="180975" y="241913"/>
                  <a:pt x="173917" y="227797"/>
                  <a:pt x="161925" y="218803"/>
                </a:cubicBezTo>
                <a:lnTo>
                  <a:pt x="266700" y="218803"/>
                </a:lnTo>
                <a:lnTo>
                  <a:pt x="266700" y="120886"/>
                </a:lnTo>
                <a:cubicBezTo>
                  <a:pt x="246215" y="140108"/>
                  <a:pt x="214319" y="140108"/>
                  <a:pt x="193834" y="120886"/>
                </a:cubicBezTo>
                <a:cubicBezTo>
                  <a:pt x="174528" y="102030"/>
                  <a:pt x="174163" y="71094"/>
                  <a:pt x="193018" y="51788"/>
                </a:cubicBezTo>
                <a:cubicBezTo>
                  <a:pt x="193287" y="51513"/>
                  <a:pt x="193558" y="51241"/>
                  <a:pt x="193834" y="50972"/>
                </a:cubicBezTo>
                <a:cubicBezTo>
                  <a:pt x="214319" y="31750"/>
                  <a:pt x="246215" y="31750"/>
                  <a:pt x="266700" y="50972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tx2"/>
            </a:solidFill>
            <a:prstDash val="solid"/>
            <a:miter/>
          </a:ln>
        </p:spPr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67F0DB-D5E7-C137-EF0F-797B3F1CD1D9}"/>
              </a:ext>
            </a:extLst>
          </p:cNvPr>
          <p:cNvCxnSpPr>
            <a:cxnSpLocks/>
          </p:cNvCxnSpPr>
          <p:nvPr/>
        </p:nvCxnSpPr>
        <p:spPr>
          <a:xfrm>
            <a:off x="564125" y="889763"/>
            <a:ext cx="26001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F53E5BE-63AF-C575-B05A-4D6304AB1738}"/>
              </a:ext>
            </a:extLst>
          </p:cNvPr>
          <p:cNvCxnSpPr>
            <a:cxnSpLocks/>
          </p:cNvCxnSpPr>
          <p:nvPr/>
        </p:nvCxnSpPr>
        <p:spPr>
          <a:xfrm>
            <a:off x="582403" y="503307"/>
            <a:ext cx="0" cy="386457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0B8A96-DCF9-B394-BD0C-8084B46430A4}"/>
              </a:ext>
            </a:extLst>
          </p:cNvPr>
          <p:cNvCxnSpPr>
            <a:cxnSpLocks/>
          </p:cNvCxnSpPr>
          <p:nvPr/>
        </p:nvCxnSpPr>
        <p:spPr>
          <a:xfrm>
            <a:off x="532115" y="935208"/>
            <a:ext cx="292608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10E53C9-788C-F281-0F60-CCC9E691D98D}"/>
              </a:ext>
            </a:extLst>
          </p:cNvPr>
          <p:cNvCxnSpPr>
            <a:cxnSpLocks/>
          </p:cNvCxnSpPr>
          <p:nvPr/>
        </p:nvCxnSpPr>
        <p:spPr>
          <a:xfrm>
            <a:off x="-800776" y="1126653"/>
            <a:ext cx="0" cy="194065"/>
          </a:xfrm>
          <a:prstGeom prst="line">
            <a:avLst/>
          </a:prstGeom>
          <a:ln w="254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628199A-2707-7E7B-57B7-493B3FC2836F}"/>
              </a:ext>
            </a:extLst>
          </p:cNvPr>
          <p:cNvCxnSpPr>
            <a:cxnSpLocks/>
          </p:cNvCxnSpPr>
          <p:nvPr/>
        </p:nvCxnSpPr>
        <p:spPr>
          <a:xfrm flipH="1">
            <a:off x="-1326114" y="825526"/>
            <a:ext cx="0" cy="18288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5B0E0F1-3D0B-46F0-CCA8-141386B6FFB8}"/>
              </a:ext>
            </a:extLst>
          </p:cNvPr>
          <p:cNvCxnSpPr>
            <a:cxnSpLocks/>
          </p:cNvCxnSpPr>
          <p:nvPr/>
        </p:nvCxnSpPr>
        <p:spPr>
          <a:xfrm flipH="1" flipV="1">
            <a:off x="-1543883" y="981752"/>
            <a:ext cx="274320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09EDD08-1752-1DDE-A063-A4D6A1338273}"/>
              </a:ext>
            </a:extLst>
          </p:cNvPr>
          <p:cNvCxnSpPr>
            <a:cxnSpLocks/>
          </p:cNvCxnSpPr>
          <p:nvPr/>
        </p:nvCxnSpPr>
        <p:spPr>
          <a:xfrm flipH="1" flipV="1">
            <a:off x="-1600434" y="945361"/>
            <a:ext cx="2743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D6ADAE3-1FB1-A683-2742-5D261008A679}"/>
              </a:ext>
            </a:extLst>
          </p:cNvPr>
          <p:cNvSpPr txBox="1"/>
          <p:nvPr/>
        </p:nvSpPr>
        <p:spPr>
          <a:xfrm>
            <a:off x="440281" y="1155620"/>
            <a:ext cx="196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chemeClr val="tx2"/>
                </a:solidFill>
                <a:latin typeface="Candara" panose="020E0502030303020204" pitchFamily="34" charset="0"/>
              </a:rPr>
              <a:t>T</a:t>
            </a:r>
            <a:r>
              <a:rPr lang="en-GB" sz="1800" dirty="0">
                <a:solidFill>
                  <a:schemeClr val="tx2"/>
                </a:solidFill>
                <a:latin typeface="Candara" panose="020E0502030303020204" pitchFamily="34" charset="0"/>
              </a:rPr>
              <a:t>ranslational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A1C83C-E592-70AF-EF01-14395231B4E8}"/>
              </a:ext>
            </a:extLst>
          </p:cNvPr>
          <p:cNvGrpSpPr>
            <a:grpSpLocks noChangeAspect="1"/>
          </p:cNvGrpSpPr>
          <p:nvPr/>
        </p:nvGrpSpPr>
        <p:grpSpPr>
          <a:xfrm>
            <a:off x="-953862" y="933939"/>
            <a:ext cx="305058" cy="182880"/>
            <a:chOff x="1446460" y="80727"/>
            <a:chExt cx="986431" cy="43873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601E2D7-F822-D440-D8E3-B7BB1064FE9A}"/>
                </a:ext>
              </a:extLst>
            </p:cNvPr>
            <p:cNvSpPr/>
            <p:nvPr/>
          </p:nvSpPr>
          <p:spPr>
            <a:xfrm>
              <a:off x="1446460" y="80727"/>
              <a:ext cx="986431" cy="170438"/>
            </a:xfrm>
            <a:prstGeom prst="round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77D3689F-EEF8-110F-D091-82A23F510324}"/>
                </a:ext>
              </a:extLst>
            </p:cNvPr>
            <p:cNvSpPr/>
            <p:nvPr/>
          </p:nvSpPr>
          <p:spPr>
            <a:xfrm>
              <a:off x="1561332" y="252447"/>
              <a:ext cx="748157" cy="92300"/>
            </a:xfrm>
            <a:prstGeom prst="round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Trapezoid 27">
              <a:extLst>
                <a:ext uri="{FF2B5EF4-FFF2-40B4-BE49-F238E27FC236}">
                  <a16:creationId xmlns:a16="http://schemas.microsoft.com/office/drawing/2014/main" id="{0D9D67FA-C509-CE9E-91E4-DB57B9C7D73C}"/>
                </a:ext>
              </a:extLst>
            </p:cNvPr>
            <p:cNvSpPr/>
            <p:nvPr/>
          </p:nvSpPr>
          <p:spPr>
            <a:xfrm rot="10800000">
              <a:off x="1738744" y="346031"/>
              <a:ext cx="421242" cy="173430"/>
            </a:xfrm>
            <a:prstGeom prst="trapezoid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99285F4-0424-A603-6743-937BCAC831D6}"/>
              </a:ext>
            </a:extLst>
          </p:cNvPr>
          <p:cNvCxnSpPr>
            <a:cxnSpLocks/>
          </p:cNvCxnSpPr>
          <p:nvPr/>
        </p:nvCxnSpPr>
        <p:spPr>
          <a:xfrm>
            <a:off x="-478658" y="1438602"/>
            <a:ext cx="113321" cy="0"/>
          </a:xfrm>
          <a:prstGeom prst="line">
            <a:avLst/>
          </a:prstGeom>
          <a:ln w="12700">
            <a:solidFill>
              <a:schemeClr val="tx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21421EA-2223-174A-96B3-967F19AC9991}"/>
              </a:ext>
            </a:extLst>
          </p:cNvPr>
          <p:cNvCxnSpPr>
            <a:cxnSpLocks/>
          </p:cNvCxnSpPr>
          <p:nvPr/>
        </p:nvCxnSpPr>
        <p:spPr>
          <a:xfrm>
            <a:off x="-800776" y="1603748"/>
            <a:ext cx="0" cy="110355"/>
          </a:xfrm>
          <a:prstGeom prst="line">
            <a:avLst/>
          </a:prstGeom>
          <a:ln w="12700">
            <a:solidFill>
              <a:schemeClr val="tx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L-Shape 65">
            <a:extLst>
              <a:ext uri="{FF2B5EF4-FFF2-40B4-BE49-F238E27FC236}">
                <a16:creationId xmlns:a16="http://schemas.microsoft.com/office/drawing/2014/main" id="{EC7B2998-7FBF-5A78-FB7D-EA54DB40B1A9}"/>
              </a:ext>
            </a:extLst>
          </p:cNvPr>
          <p:cNvSpPr/>
          <p:nvPr/>
        </p:nvSpPr>
        <p:spPr>
          <a:xfrm rot="16200000">
            <a:off x="-263559" y="1207822"/>
            <a:ext cx="275988" cy="389095"/>
          </a:xfrm>
          <a:prstGeom prst="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L-Shape 66">
            <a:extLst>
              <a:ext uri="{FF2B5EF4-FFF2-40B4-BE49-F238E27FC236}">
                <a16:creationId xmlns:a16="http://schemas.microsoft.com/office/drawing/2014/main" id="{31859CB3-17FA-C124-11C8-8113B82EE5AF}"/>
              </a:ext>
            </a:extLst>
          </p:cNvPr>
          <p:cNvSpPr/>
          <p:nvPr/>
        </p:nvSpPr>
        <p:spPr>
          <a:xfrm rot="5400000">
            <a:off x="-145753" y="867186"/>
            <a:ext cx="275988" cy="389095"/>
          </a:xfrm>
          <a:prstGeom prst="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L-Shape 67">
            <a:extLst>
              <a:ext uri="{FF2B5EF4-FFF2-40B4-BE49-F238E27FC236}">
                <a16:creationId xmlns:a16="http://schemas.microsoft.com/office/drawing/2014/main" id="{E3D03FF0-4F8F-D00F-4506-1DBF07EF7531}"/>
              </a:ext>
            </a:extLst>
          </p:cNvPr>
          <p:cNvSpPr/>
          <p:nvPr/>
        </p:nvSpPr>
        <p:spPr>
          <a:xfrm rot="16200000">
            <a:off x="-908529" y="-593742"/>
            <a:ext cx="162960" cy="354857"/>
          </a:xfrm>
          <a:prstGeom prst="corner">
            <a:avLst>
              <a:gd name="adj1" fmla="val 29220"/>
              <a:gd name="adj2" fmla="val 23447"/>
            </a:avLst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L-Shape 68">
            <a:extLst>
              <a:ext uri="{FF2B5EF4-FFF2-40B4-BE49-F238E27FC236}">
                <a16:creationId xmlns:a16="http://schemas.microsoft.com/office/drawing/2014/main" id="{017D4851-74AF-E6E0-627E-0115D98ED104}"/>
              </a:ext>
            </a:extLst>
          </p:cNvPr>
          <p:cNvSpPr/>
          <p:nvPr/>
        </p:nvSpPr>
        <p:spPr>
          <a:xfrm rot="5400000">
            <a:off x="-989234" y="-594238"/>
            <a:ext cx="157356" cy="362987"/>
          </a:xfrm>
          <a:prstGeom prst="corner">
            <a:avLst>
              <a:gd name="adj1" fmla="val 45932"/>
              <a:gd name="adj2" fmla="val 57790"/>
            </a:avLst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3FDED74-0246-FCB1-1519-06E27807C2DD}"/>
              </a:ext>
            </a:extLst>
          </p:cNvPr>
          <p:cNvCxnSpPr>
            <a:cxnSpLocks/>
          </p:cNvCxnSpPr>
          <p:nvPr/>
        </p:nvCxnSpPr>
        <p:spPr>
          <a:xfrm>
            <a:off x="-715439" y="-582804"/>
            <a:ext cx="0" cy="73152"/>
          </a:xfrm>
          <a:prstGeom prst="line">
            <a:avLst/>
          </a:prstGeom>
          <a:ln w="25400" cap="rnd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850ABF5E-2A4C-DA9B-BA8F-45CE72BCFFA0}"/>
              </a:ext>
            </a:extLst>
          </p:cNvPr>
          <p:cNvSpPr/>
          <p:nvPr/>
        </p:nvSpPr>
        <p:spPr>
          <a:xfrm flipH="1">
            <a:off x="-1121938" y="-539374"/>
            <a:ext cx="516799" cy="257610"/>
          </a:xfrm>
          <a:prstGeom prst="round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32537EE-4221-1734-4D72-16D5599D96A4}"/>
              </a:ext>
            </a:extLst>
          </p:cNvPr>
          <p:cNvCxnSpPr>
            <a:cxnSpLocks/>
          </p:cNvCxnSpPr>
          <p:nvPr/>
        </p:nvCxnSpPr>
        <p:spPr>
          <a:xfrm>
            <a:off x="-605139" y="-412941"/>
            <a:ext cx="91440" cy="0"/>
          </a:xfrm>
          <a:prstGeom prst="line">
            <a:avLst/>
          </a:prstGeom>
          <a:ln w="12700">
            <a:solidFill>
              <a:schemeClr val="tx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689FA60-AF39-34FC-8635-397F75F86DBC}"/>
              </a:ext>
            </a:extLst>
          </p:cNvPr>
          <p:cNvCxnSpPr>
            <a:cxnSpLocks/>
          </p:cNvCxnSpPr>
          <p:nvPr/>
        </p:nvCxnSpPr>
        <p:spPr>
          <a:xfrm>
            <a:off x="-858810" y="-284950"/>
            <a:ext cx="0" cy="91440"/>
          </a:xfrm>
          <a:prstGeom prst="line">
            <a:avLst/>
          </a:prstGeom>
          <a:ln w="12700">
            <a:solidFill>
              <a:schemeClr val="tx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F9F6D2C-CD70-8EEB-3ACA-1E53412BCA34}"/>
              </a:ext>
            </a:extLst>
          </p:cNvPr>
          <p:cNvGrpSpPr>
            <a:grpSpLocks noChangeAspect="1"/>
          </p:cNvGrpSpPr>
          <p:nvPr/>
        </p:nvGrpSpPr>
        <p:grpSpPr>
          <a:xfrm>
            <a:off x="-807876" y="-700249"/>
            <a:ext cx="182880" cy="109636"/>
            <a:chOff x="1446460" y="80727"/>
            <a:chExt cx="986431" cy="438734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F3AE650C-2CA5-E1B6-8A79-4358755A6B98}"/>
                </a:ext>
              </a:extLst>
            </p:cNvPr>
            <p:cNvSpPr/>
            <p:nvPr/>
          </p:nvSpPr>
          <p:spPr>
            <a:xfrm>
              <a:off x="1446460" y="80727"/>
              <a:ext cx="986431" cy="170438"/>
            </a:xfrm>
            <a:prstGeom prst="round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1F6C7C59-75B6-41F2-1C4E-D94D77B5CFE9}"/>
                </a:ext>
              </a:extLst>
            </p:cNvPr>
            <p:cNvSpPr/>
            <p:nvPr/>
          </p:nvSpPr>
          <p:spPr>
            <a:xfrm>
              <a:off x="1561332" y="252447"/>
              <a:ext cx="748157" cy="92300"/>
            </a:xfrm>
            <a:prstGeom prst="round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Trapezoid 73">
              <a:extLst>
                <a:ext uri="{FF2B5EF4-FFF2-40B4-BE49-F238E27FC236}">
                  <a16:creationId xmlns:a16="http://schemas.microsoft.com/office/drawing/2014/main" id="{FDD8B340-91F0-159C-B375-EE874A1B79BC}"/>
                </a:ext>
              </a:extLst>
            </p:cNvPr>
            <p:cNvSpPr/>
            <p:nvPr/>
          </p:nvSpPr>
          <p:spPr>
            <a:xfrm rot="10800000">
              <a:off x="1738744" y="346031"/>
              <a:ext cx="421242" cy="173430"/>
            </a:xfrm>
            <a:prstGeom prst="trapezoid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D7F87E6F-51F3-A4DE-B80D-9D843C279E41}"/>
              </a:ext>
            </a:extLst>
          </p:cNvPr>
          <p:cNvSpPr/>
          <p:nvPr/>
        </p:nvSpPr>
        <p:spPr>
          <a:xfrm>
            <a:off x="1430166" y="-606129"/>
            <a:ext cx="503258" cy="25174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L-Shape 81">
            <a:extLst>
              <a:ext uri="{FF2B5EF4-FFF2-40B4-BE49-F238E27FC236}">
                <a16:creationId xmlns:a16="http://schemas.microsoft.com/office/drawing/2014/main" id="{74A4E4C2-F0A7-685A-5AA9-5C73426688C4}"/>
              </a:ext>
            </a:extLst>
          </p:cNvPr>
          <p:cNvSpPr/>
          <p:nvPr/>
        </p:nvSpPr>
        <p:spPr>
          <a:xfrm rot="16200000">
            <a:off x="1612585" y="-764190"/>
            <a:ext cx="257610" cy="558431"/>
          </a:xfrm>
          <a:prstGeom prst="corner">
            <a:avLst>
              <a:gd name="adj1" fmla="val 62497"/>
              <a:gd name="adj2" fmla="val 37004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L-Shape 82">
            <a:extLst>
              <a:ext uri="{FF2B5EF4-FFF2-40B4-BE49-F238E27FC236}">
                <a16:creationId xmlns:a16="http://schemas.microsoft.com/office/drawing/2014/main" id="{E74F0E52-AE24-07EC-28F2-1BAEC8210E3D}"/>
              </a:ext>
            </a:extLst>
          </p:cNvPr>
          <p:cNvSpPr/>
          <p:nvPr/>
        </p:nvSpPr>
        <p:spPr>
          <a:xfrm rot="5400000">
            <a:off x="1445366" y="-731258"/>
            <a:ext cx="251743" cy="498437"/>
          </a:xfrm>
          <a:prstGeom prst="corner">
            <a:avLst>
              <a:gd name="adj1" fmla="val 45932"/>
              <a:gd name="adj2" fmla="val 47923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4DEF602-8B80-4D05-6F18-82D639BB7B25}"/>
              </a:ext>
            </a:extLst>
          </p:cNvPr>
          <p:cNvCxnSpPr>
            <a:cxnSpLocks/>
          </p:cNvCxnSpPr>
          <p:nvPr/>
        </p:nvCxnSpPr>
        <p:spPr>
          <a:xfrm>
            <a:off x="1840113" y="-692440"/>
            <a:ext cx="0" cy="73152"/>
          </a:xfrm>
          <a:prstGeom prst="line">
            <a:avLst/>
          </a:prstGeom>
          <a:ln w="25400" cap="rnd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857DBB95-1CE7-9CA7-6967-73F967830F8A}"/>
              </a:ext>
            </a:extLst>
          </p:cNvPr>
          <p:cNvSpPr/>
          <p:nvPr/>
        </p:nvSpPr>
        <p:spPr>
          <a:xfrm flipH="1">
            <a:off x="1294916" y="-645836"/>
            <a:ext cx="778791" cy="331247"/>
          </a:xfrm>
          <a:prstGeom prst="round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1404834-441F-3BFE-CB37-06C08E7D31E3}"/>
              </a:ext>
            </a:extLst>
          </p:cNvPr>
          <p:cNvCxnSpPr>
            <a:cxnSpLocks/>
          </p:cNvCxnSpPr>
          <p:nvPr/>
        </p:nvCxnSpPr>
        <p:spPr>
          <a:xfrm>
            <a:off x="2072543" y="-493390"/>
            <a:ext cx="91440" cy="0"/>
          </a:xfrm>
          <a:prstGeom prst="line">
            <a:avLst/>
          </a:prstGeom>
          <a:ln w="12700">
            <a:solidFill>
              <a:schemeClr val="tx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C425F10-1AE9-A61B-2F13-2CC7CA74E8C5}"/>
              </a:ext>
            </a:extLst>
          </p:cNvPr>
          <p:cNvCxnSpPr>
            <a:cxnSpLocks/>
          </p:cNvCxnSpPr>
          <p:nvPr/>
        </p:nvCxnSpPr>
        <p:spPr>
          <a:xfrm>
            <a:off x="1677692" y="-315211"/>
            <a:ext cx="0" cy="91440"/>
          </a:xfrm>
          <a:prstGeom prst="line">
            <a:avLst/>
          </a:prstGeom>
          <a:ln w="12700">
            <a:solidFill>
              <a:schemeClr val="tx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4F33959-F17D-BAB8-1D1D-E5AC049D3AD2}"/>
              </a:ext>
            </a:extLst>
          </p:cNvPr>
          <p:cNvGrpSpPr>
            <a:grpSpLocks noChangeAspect="1"/>
          </p:cNvGrpSpPr>
          <p:nvPr/>
        </p:nvGrpSpPr>
        <p:grpSpPr>
          <a:xfrm>
            <a:off x="1722276" y="-837053"/>
            <a:ext cx="228198" cy="136804"/>
            <a:chOff x="1446460" y="80727"/>
            <a:chExt cx="986431" cy="438734"/>
          </a:xfrm>
        </p:grpSpPr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EC5CA154-578A-F875-99E5-2603E1FFB332}"/>
                </a:ext>
              </a:extLst>
            </p:cNvPr>
            <p:cNvSpPr/>
            <p:nvPr/>
          </p:nvSpPr>
          <p:spPr>
            <a:xfrm>
              <a:off x="1446460" y="80727"/>
              <a:ext cx="986431" cy="170438"/>
            </a:xfrm>
            <a:prstGeom prst="round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3F6D0208-988A-1C9A-5D48-CB6491616373}"/>
                </a:ext>
              </a:extLst>
            </p:cNvPr>
            <p:cNvSpPr/>
            <p:nvPr/>
          </p:nvSpPr>
          <p:spPr>
            <a:xfrm>
              <a:off x="1561332" y="252447"/>
              <a:ext cx="748157" cy="92300"/>
            </a:xfrm>
            <a:prstGeom prst="round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Trapezoid 90">
              <a:extLst>
                <a:ext uri="{FF2B5EF4-FFF2-40B4-BE49-F238E27FC236}">
                  <a16:creationId xmlns:a16="http://schemas.microsoft.com/office/drawing/2014/main" id="{6F324508-94E7-A179-2AA0-5D83157C1BAE}"/>
                </a:ext>
              </a:extLst>
            </p:cNvPr>
            <p:cNvSpPr/>
            <p:nvPr/>
          </p:nvSpPr>
          <p:spPr>
            <a:xfrm rot="10800000">
              <a:off x="1738744" y="346031"/>
              <a:ext cx="421242" cy="173430"/>
            </a:xfrm>
            <a:prstGeom prst="trapezoid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F540B2E6-6D11-F093-BC42-E9E26E01F783}"/>
              </a:ext>
            </a:extLst>
          </p:cNvPr>
          <p:cNvSpPr txBox="1"/>
          <p:nvPr/>
        </p:nvSpPr>
        <p:spPr>
          <a:xfrm>
            <a:off x="1269582" y="-631654"/>
            <a:ext cx="558431" cy="1692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500" b="1" dirty="0">
                <a:solidFill>
                  <a:schemeClr val="tx2"/>
                </a:solidFill>
                <a:latin typeface="Candara" panose="020E0502030303020204" pitchFamily="34" charset="0"/>
              </a:rPr>
              <a:t>T</a:t>
            </a:r>
            <a:r>
              <a:rPr lang="en-GB" sz="500" dirty="0">
                <a:solidFill>
                  <a:schemeClr val="tx2"/>
                </a:solidFill>
                <a:latin typeface="Candara" panose="020E0502030303020204" pitchFamily="34" charset="0"/>
              </a:rPr>
              <a:t>ranslational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EA074F8-71E4-7826-7B4C-21F6F31B75DE}"/>
              </a:ext>
            </a:extLst>
          </p:cNvPr>
          <p:cNvSpPr txBox="1"/>
          <p:nvPr/>
        </p:nvSpPr>
        <p:spPr>
          <a:xfrm>
            <a:off x="1384010" y="-493390"/>
            <a:ext cx="724728" cy="1692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500" b="1" dirty="0">
                <a:solidFill>
                  <a:schemeClr val="tx2"/>
                </a:solidFill>
                <a:latin typeface="Candara" panose="020E0502030303020204" pitchFamily="34" charset="0"/>
              </a:rPr>
              <a:t>O</a:t>
            </a:r>
            <a:r>
              <a:rPr lang="en-GB" sz="500" dirty="0">
                <a:solidFill>
                  <a:schemeClr val="tx2"/>
                </a:solidFill>
                <a:latin typeface="Candara" panose="020E0502030303020204" pitchFamily="34" charset="0"/>
              </a:rPr>
              <a:t>rgan </a:t>
            </a:r>
            <a:r>
              <a:rPr lang="en-GB" sz="500" b="1" dirty="0">
                <a:solidFill>
                  <a:schemeClr val="tx2"/>
                </a:solidFill>
                <a:latin typeface="Candara" panose="020E0502030303020204" pitchFamily="34" charset="0"/>
              </a:rPr>
              <a:t>M</a:t>
            </a:r>
            <a:r>
              <a:rPr lang="en-GB" sz="500" dirty="0">
                <a:solidFill>
                  <a:schemeClr val="tx2"/>
                </a:solidFill>
                <a:latin typeface="Candara" panose="020E0502030303020204" pitchFamily="34" charset="0"/>
              </a:rPr>
              <a:t>icrosystem</a:t>
            </a:r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C5FF05AD-DF99-EE65-4CF6-82C7ABB6E8E3}"/>
              </a:ext>
            </a:extLst>
          </p:cNvPr>
          <p:cNvSpPr/>
          <p:nvPr/>
        </p:nvSpPr>
        <p:spPr>
          <a:xfrm rot="10800000">
            <a:off x="89558" y="1486705"/>
            <a:ext cx="269886" cy="304528"/>
          </a:xfrm>
          <a:custGeom>
            <a:avLst/>
            <a:gdLst>
              <a:gd name="csX0" fmla="*/ 266700 w 266700"/>
              <a:gd name="csY0" fmla="*/ 98869 h 352425"/>
              <a:gd name="csX1" fmla="*/ 266700 w 266700"/>
              <a:gd name="csY1" fmla="*/ 0 h 352425"/>
              <a:gd name="csX2" fmla="*/ 0 w 266700"/>
              <a:gd name="csY2" fmla="*/ 0 h 352425"/>
              <a:gd name="csX3" fmla="*/ 0 w 266700"/>
              <a:gd name="csY3" fmla="*/ 266700 h 352425"/>
              <a:gd name="csX4" fmla="*/ 104775 w 266700"/>
              <a:gd name="csY4" fmla="*/ 266700 h 352425"/>
              <a:gd name="csX5" fmla="*/ 85725 w 266700"/>
              <a:gd name="csY5" fmla="*/ 304800 h 352425"/>
              <a:gd name="csX6" fmla="*/ 133350 w 266700"/>
              <a:gd name="csY6" fmla="*/ 352425 h 352425"/>
              <a:gd name="csX7" fmla="*/ 180975 w 266700"/>
              <a:gd name="csY7" fmla="*/ 304800 h 352425"/>
              <a:gd name="csX8" fmla="*/ 161925 w 266700"/>
              <a:gd name="csY8" fmla="*/ 266700 h 352425"/>
              <a:gd name="csX9" fmla="*/ 266700 w 266700"/>
              <a:gd name="csY9" fmla="*/ 266700 h 352425"/>
              <a:gd name="csX10" fmla="*/ 266700 w 266700"/>
              <a:gd name="csY10" fmla="*/ 168783 h 352425"/>
              <a:gd name="csX11" fmla="*/ 193834 w 266700"/>
              <a:gd name="csY11" fmla="*/ 168783 h 352425"/>
              <a:gd name="csX12" fmla="*/ 193018 w 266700"/>
              <a:gd name="csY12" fmla="*/ 99685 h 352425"/>
              <a:gd name="csX13" fmla="*/ 193834 w 266700"/>
              <a:gd name="csY13" fmla="*/ 98869 h 352425"/>
              <a:gd name="csX14" fmla="*/ 266700 w 266700"/>
              <a:gd name="csY14" fmla="*/ 98869 h 352425"/>
              <a:gd name="csX0" fmla="*/ 266700 w 266700"/>
              <a:gd name="csY0" fmla="*/ 98869 h 352425"/>
              <a:gd name="csX1" fmla="*/ 266700 w 266700"/>
              <a:gd name="csY1" fmla="*/ 52251 h 352425"/>
              <a:gd name="csX2" fmla="*/ 0 w 266700"/>
              <a:gd name="csY2" fmla="*/ 0 h 352425"/>
              <a:gd name="csX3" fmla="*/ 0 w 266700"/>
              <a:gd name="csY3" fmla="*/ 266700 h 352425"/>
              <a:gd name="csX4" fmla="*/ 104775 w 266700"/>
              <a:gd name="csY4" fmla="*/ 266700 h 352425"/>
              <a:gd name="csX5" fmla="*/ 85725 w 266700"/>
              <a:gd name="csY5" fmla="*/ 304800 h 352425"/>
              <a:gd name="csX6" fmla="*/ 133350 w 266700"/>
              <a:gd name="csY6" fmla="*/ 352425 h 352425"/>
              <a:gd name="csX7" fmla="*/ 180975 w 266700"/>
              <a:gd name="csY7" fmla="*/ 304800 h 352425"/>
              <a:gd name="csX8" fmla="*/ 161925 w 266700"/>
              <a:gd name="csY8" fmla="*/ 266700 h 352425"/>
              <a:gd name="csX9" fmla="*/ 266700 w 266700"/>
              <a:gd name="csY9" fmla="*/ 266700 h 352425"/>
              <a:gd name="csX10" fmla="*/ 266700 w 266700"/>
              <a:gd name="csY10" fmla="*/ 168783 h 352425"/>
              <a:gd name="csX11" fmla="*/ 193834 w 266700"/>
              <a:gd name="csY11" fmla="*/ 168783 h 352425"/>
              <a:gd name="csX12" fmla="*/ 193018 w 266700"/>
              <a:gd name="csY12" fmla="*/ 99685 h 352425"/>
              <a:gd name="csX13" fmla="*/ 193834 w 266700"/>
              <a:gd name="csY13" fmla="*/ 98869 h 352425"/>
              <a:gd name="csX14" fmla="*/ 266700 w 266700"/>
              <a:gd name="csY14" fmla="*/ 98869 h 352425"/>
              <a:gd name="csX0" fmla="*/ 266700 w 266700"/>
              <a:gd name="csY0" fmla="*/ 50972 h 304528"/>
              <a:gd name="csX1" fmla="*/ 266700 w 266700"/>
              <a:gd name="csY1" fmla="*/ 4354 h 304528"/>
              <a:gd name="csX2" fmla="*/ 0 w 266700"/>
              <a:gd name="csY2" fmla="*/ 0 h 304528"/>
              <a:gd name="csX3" fmla="*/ 0 w 266700"/>
              <a:gd name="csY3" fmla="*/ 218803 h 304528"/>
              <a:gd name="csX4" fmla="*/ 104775 w 266700"/>
              <a:gd name="csY4" fmla="*/ 218803 h 304528"/>
              <a:gd name="csX5" fmla="*/ 85725 w 266700"/>
              <a:gd name="csY5" fmla="*/ 256903 h 304528"/>
              <a:gd name="csX6" fmla="*/ 133350 w 266700"/>
              <a:gd name="csY6" fmla="*/ 304528 h 304528"/>
              <a:gd name="csX7" fmla="*/ 180975 w 266700"/>
              <a:gd name="csY7" fmla="*/ 256903 h 304528"/>
              <a:gd name="csX8" fmla="*/ 161925 w 266700"/>
              <a:gd name="csY8" fmla="*/ 218803 h 304528"/>
              <a:gd name="csX9" fmla="*/ 266700 w 266700"/>
              <a:gd name="csY9" fmla="*/ 218803 h 304528"/>
              <a:gd name="csX10" fmla="*/ 266700 w 266700"/>
              <a:gd name="csY10" fmla="*/ 120886 h 304528"/>
              <a:gd name="csX11" fmla="*/ 193834 w 266700"/>
              <a:gd name="csY11" fmla="*/ 120886 h 304528"/>
              <a:gd name="csX12" fmla="*/ 193018 w 266700"/>
              <a:gd name="csY12" fmla="*/ 51788 h 304528"/>
              <a:gd name="csX13" fmla="*/ 193834 w 266700"/>
              <a:gd name="csY13" fmla="*/ 50972 h 304528"/>
              <a:gd name="csX14" fmla="*/ 266700 w 266700"/>
              <a:gd name="csY14" fmla="*/ 50972 h 304528"/>
              <a:gd name="csX0" fmla="*/ 266700 w 269886"/>
              <a:gd name="csY0" fmla="*/ 56176 h 309732"/>
              <a:gd name="csX1" fmla="*/ 269886 w 269886"/>
              <a:gd name="csY1" fmla="*/ 0 h 309732"/>
              <a:gd name="csX2" fmla="*/ 0 w 269886"/>
              <a:gd name="csY2" fmla="*/ 5204 h 309732"/>
              <a:gd name="csX3" fmla="*/ 0 w 269886"/>
              <a:gd name="csY3" fmla="*/ 224007 h 309732"/>
              <a:gd name="csX4" fmla="*/ 104775 w 269886"/>
              <a:gd name="csY4" fmla="*/ 224007 h 309732"/>
              <a:gd name="csX5" fmla="*/ 85725 w 269886"/>
              <a:gd name="csY5" fmla="*/ 262107 h 309732"/>
              <a:gd name="csX6" fmla="*/ 133350 w 269886"/>
              <a:gd name="csY6" fmla="*/ 309732 h 309732"/>
              <a:gd name="csX7" fmla="*/ 180975 w 269886"/>
              <a:gd name="csY7" fmla="*/ 262107 h 309732"/>
              <a:gd name="csX8" fmla="*/ 161925 w 269886"/>
              <a:gd name="csY8" fmla="*/ 224007 h 309732"/>
              <a:gd name="csX9" fmla="*/ 266700 w 269886"/>
              <a:gd name="csY9" fmla="*/ 224007 h 309732"/>
              <a:gd name="csX10" fmla="*/ 266700 w 269886"/>
              <a:gd name="csY10" fmla="*/ 126090 h 309732"/>
              <a:gd name="csX11" fmla="*/ 193834 w 269886"/>
              <a:gd name="csY11" fmla="*/ 126090 h 309732"/>
              <a:gd name="csX12" fmla="*/ 193018 w 269886"/>
              <a:gd name="csY12" fmla="*/ 56992 h 309732"/>
              <a:gd name="csX13" fmla="*/ 193834 w 269886"/>
              <a:gd name="csY13" fmla="*/ 56176 h 309732"/>
              <a:gd name="csX14" fmla="*/ 266700 w 269886"/>
              <a:gd name="csY14" fmla="*/ 56176 h 309732"/>
              <a:gd name="csX0" fmla="*/ 266700 w 269886"/>
              <a:gd name="csY0" fmla="*/ 50972 h 304528"/>
              <a:gd name="csX1" fmla="*/ 269886 w 269886"/>
              <a:gd name="csY1" fmla="*/ 4354 h 304528"/>
              <a:gd name="csX2" fmla="*/ 0 w 269886"/>
              <a:gd name="csY2" fmla="*/ 0 h 304528"/>
              <a:gd name="csX3" fmla="*/ 0 w 269886"/>
              <a:gd name="csY3" fmla="*/ 218803 h 304528"/>
              <a:gd name="csX4" fmla="*/ 104775 w 269886"/>
              <a:gd name="csY4" fmla="*/ 218803 h 304528"/>
              <a:gd name="csX5" fmla="*/ 85725 w 269886"/>
              <a:gd name="csY5" fmla="*/ 256903 h 304528"/>
              <a:gd name="csX6" fmla="*/ 133350 w 269886"/>
              <a:gd name="csY6" fmla="*/ 304528 h 304528"/>
              <a:gd name="csX7" fmla="*/ 180975 w 269886"/>
              <a:gd name="csY7" fmla="*/ 256903 h 304528"/>
              <a:gd name="csX8" fmla="*/ 161925 w 269886"/>
              <a:gd name="csY8" fmla="*/ 218803 h 304528"/>
              <a:gd name="csX9" fmla="*/ 266700 w 269886"/>
              <a:gd name="csY9" fmla="*/ 218803 h 304528"/>
              <a:gd name="csX10" fmla="*/ 266700 w 269886"/>
              <a:gd name="csY10" fmla="*/ 120886 h 304528"/>
              <a:gd name="csX11" fmla="*/ 193834 w 269886"/>
              <a:gd name="csY11" fmla="*/ 120886 h 304528"/>
              <a:gd name="csX12" fmla="*/ 193018 w 269886"/>
              <a:gd name="csY12" fmla="*/ 51788 h 304528"/>
              <a:gd name="csX13" fmla="*/ 193834 w 269886"/>
              <a:gd name="csY13" fmla="*/ 50972 h 304528"/>
              <a:gd name="csX14" fmla="*/ 266700 w 269886"/>
              <a:gd name="csY14" fmla="*/ 50972 h 304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9886" h="304528">
                <a:moveTo>
                  <a:pt x="266700" y="50972"/>
                </a:moveTo>
                <a:lnTo>
                  <a:pt x="269886" y="4354"/>
                </a:lnTo>
                <a:lnTo>
                  <a:pt x="0" y="0"/>
                </a:lnTo>
                <a:lnTo>
                  <a:pt x="0" y="218803"/>
                </a:lnTo>
                <a:lnTo>
                  <a:pt x="104775" y="218803"/>
                </a:lnTo>
                <a:cubicBezTo>
                  <a:pt x="92783" y="227797"/>
                  <a:pt x="85725" y="241913"/>
                  <a:pt x="85725" y="256903"/>
                </a:cubicBezTo>
                <a:cubicBezTo>
                  <a:pt x="85725" y="283205"/>
                  <a:pt x="107048" y="304528"/>
                  <a:pt x="133350" y="304528"/>
                </a:cubicBezTo>
                <a:cubicBezTo>
                  <a:pt x="159652" y="304528"/>
                  <a:pt x="180975" y="283205"/>
                  <a:pt x="180975" y="256903"/>
                </a:cubicBezTo>
                <a:cubicBezTo>
                  <a:pt x="180975" y="241913"/>
                  <a:pt x="173917" y="227797"/>
                  <a:pt x="161925" y="218803"/>
                </a:cubicBezTo>
                <a:lnTo>
                  <a:pt x="266700" y="218803"/>
                </a:lnTo>
                <a:lnTo>
                  <a:pt x="266700" y="120886"/>
                </a:lnTo>
                <a:cubicBezTo>
                  <a:pt x="246215" y="140108"/>
                  <a:pt x="214319" y="140108"/>
                  <a:pt x="193834" y="120886"/>
                </a:cubicBezTo>
                <a:cubicBezTo>
                  <a:pt x="174528" y="102030"/>
                  <a:pt x="174163" y="71094"/>
                  <a:pt x="193018" y="51788"/>
                </a:cubicBezTo>
                <a:cubicBezTo>
                  <a:pt x="193287" y="51513"/>
                  <a:pt x="193558" y="51241"/>
                  <a:pt x="193834" y="50972"/>
                </a:cubicBezTo>
                <a:cubicBezTo>
                  <a:pt x="214319" y="31750"/>
                  <a:pt x="246215" y="31750"/>
                  <a:pt x="266700" y="50972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tx2"/>
            </a:solidFill>
            <a:prstDash val="solid"/>
            <a:miter/>
          </a:ln>
        </p:spPr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1413FC87-AEC1-10BB-8DAD-C850BE2987A0}"/>
              </a:ext>
            </a:extLst>
          </p:cNvPr>
          <p:cNvSpPr/>
          <p:nvPr/>
        </p:nvSpPr>
        <p:spPr>
          <a:xfrm rot="9512881">
            <a:off x="-196355" y="1538647"/>
            <a:ext cx="363062" cy="325469"/>
          </a:xfrm>
          <a:custGeom>
            <a:avLst/>
            <a:gdLst>
              <a:gd name="csX0" fmla="*/ 37021 w 363062"/>
              <a:gd name="csY0" fmla="*/ 229838 h 325469"/>
              <a:gd name="csX1" fmla="*/ 37021 w 363062"/>
              <a:gd name="csY1" fmla="*/ 229838 h 325469"/>
              <a:gd name="csX2" fmla="*/ 90647 w 363062"/>
              <a:gd name="csY2" fmla="*/ 252031 h 325469"/>
              <a:gd name="csX3" fmla="*/ 157839 w 363062"/>
              <a:gd name="csY3" fmla="*/ 191777 h 325469"/>
              <a:gd name="csX4" fmla="*/ 213329 w 363062"/>
              <a:gd name="csY4" fmla="*/ 231076 h 325469"/>
              <a:gd name="csX5" fmla="*/ 202185 w 363062"/>
              <a:gd name="csY5" fmla="*/ 298228 h 325469"/>
              <a:gd name="csX6" fmla="*/ 266764 w 363062"/>
              <a:gd name="csY6" fmla="*/ 324993 h 325469"/>
              <a:gd name="csX7" fmla="*/ 267907 w 363062"/>
              <a:gd name="csY7" fmla="*/ 325469 h 325469"/>
              <a:gd name="csX8" fmla="*/ 363062 w 363062"/>
              <a:gd name="csY8" fmla="*/ 95250 h 325469"/>
              <a:gd name="csX9" fmla="*/ 132176 w 363062"/>
              <a:gd name="csY9" fmla="*/ 0 h 325469"/>
              <a:gd name="csX10" fmla="*/ 96267 w 363062"/>
              <a:gd name="csY10" fmla="*/ 88297 h 325469"/>
              <a:gd name="csX11" fmla="*/ 96267 w 363062"/>
              <a:gd name="csY11" fmla="*/ 88297 h 325469"/>
              <a:gd name="csX12" fmla="*/ 93505 w 363062"/>
              <a:gd name="csY12" fmla="*/ 94869 h 325469"/>
              <a:gd name="csX13" fmla="*/ 92743 w 363062"/>
              <a:gd name="csY13" fmla="*/ 91821 h 325469"/>
              <a:gd name="csX14" fmla="*/ 28163 w 363062"/>
              <a:gd name="csY14" fmla="*/ 65056 h 325469"/>
              <a:gd name="csX15" fmla="*/ 2731 w 363062"/>
              <a:gd name="csY15" fmla="*/ 89154 h 325469"/>
              <a:gd name="csX16" fmla="*/ 33203 w 363062"/>
              <a:gd name="csY16" fmla="*/ 151926 h 325469"/>
              <a:gd name="csX17" fmla="*/ 68263 w 363062"/>
              <a:gd name="csY17" fmla="*/ 150876 h 325469"/>
              <a:gd name="csX18" fmla="*/ 71311 w 363062"/>
              <a:gd name="csY18" fmla="*/ 149638 h 325469"/>
              <a:gd name="csX19" fmla="*/ 69502 w 363062"/>
              <a:gd name="csY19" fmla="*/ 154019 h 325469"/>
              <a:gd name="csX20" fmla="*/ 69502 w 363062"/>
              <a:gd name="csY20" fmla="*/ 154019 h 325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63062" h="325469">
                <a:moveTo>
                  <a:pt x="37021" y="229838"/>
                </a:moveTo>
                <a:lnTo>
                  <a:pt x="37021" y="229838"/>
                </a:lnTo>
                <a:lnTo>
                  <a:pt x="90647" y="252031"/>
                </a:lnTo>
                <a:cubicBezTo>
                  <a:pt x="92563" y="216839"/>
                  <a:pt x="122645" y="189862"/>
                  <a:pt x="157839" y="191777"/>
                </a:cubicBezTo>
                <a:cubicBezTo>
                  <a:pt x="182356" y="193112"/>
                  <a:pt x="203933" y="208393"/>
                  <a:pt x="213329" y="231076"/>
                </a:cubicBezTo>
                <a:cubicBezTo>
                  <a:pt x="222421" y="253788"/>
                  <a:pt x="218125" y="279670"/>
                  <a:pt x="202185" y="298228"/>
                </a:cubicBezTo>
                <a:lnTo>
                  <a:pt x="266764" y="324993"/>
                </a:lnTo>
                <a:lnTo>
                  <a:pt x="267907" y="325469"/>
                </a:lnTo>
                <a:lnTo>
                  <a:pt x="363062" y="95250"/>
                </a:lnTo>
                <a:lnTo>
                  <a:pt x="132176" y="0"/>
                </a:lnTo>
                <a:lnTo>
                  <a:pt x="96267" y="88297"/>
                </a:lnTo>
                <a:lnTo>
                  <a:pt x="96267" y="88297"/>
                </a:lnTo>
                <a:lnTo>
                  <a:pt x="93505" y="94869"/>
                </a:lnTo>
                <a:lnTo>
                  <a:pt x="92743" y="91821"/>
                </a:lnTo>
                <a:cubicBezTo>
                  <a:pt x="82259" y="66639"/>
                  <a:pt x="53387" y="54673"/>
                  <a:pt x="28163" y="65056"/>
                </a:cubicBezTo>
                <a:cubicBezTo>
                  <a:pt x="17105" y="69831"/>
                  <a:pt x="8094" y="78368"/>
                  <a:pt x="2731" y="89154"/>
                </a:cubicBezTo>
                <a:cubicBezTo>
                  <a:pt x="-6188" y="114902"/>
                  <a:pt x="7454" y="143006"/>
                  <a:pt x="33203" y="151926"/>
                </a:cubicBezTo>
                <a:cubicBezTo>
                  <a:pt x="44623" y="155882"/>
                  <a:pt x="57099" y="155509"/>
                  <a:pt x="68263" y="150876"/>
                </a:cubicBezTo>
                <a:lnTo>
                  <a:pt x="71311" y="149638"/>
                </a:lnTo>
                <a:lnTo>
                  <a:pt x="69502" y="154019"/>
                </a:lnTo>
                <a:lnTo>
                  <a:pt x="69502" y="154019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A10C92A-6D0D-4765-F09B-D4470F0FFED6}"/>
              </a:ext>
            </a:extLst>
          </p:cNvPr>
          <p:cNvSpPr/>
          <p:nvPr/>
        </p:nvSpPr>
        <p:spPr>
          <a:xfrm>
            <a:off x="-1242242" y="268503"/>
            <a:ext cx="274910" cy="249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L-Shape 111">
            <a:extLst>
              <a:ext uri="{FF2B5EF4-FFF2-40B4-BE49-F238E27FC236}">
                <a16:creationId xmlns:a16="http://schemas.microsoft.com/office/drawing/2014/main" id="{8E5E5EAF-AB1C-67F6-DE4D-B67B0CB85046}"/>
              </a:ext>
            </a:extLst>
          </p:cNvPr>
          <p:cNvSpPr/>
          <p:nvPr/>
        </p:nvSpPr>
        <p:spPr>
          <a:xfrm rot="16200000">
            <a:off x="-1156132" y="213103"/>
            <a:ext cx="257610" cy="346759"/>
          </a:xfrm>
          <a:prstGeom prst="corner">
            <a:avLst>
              <a:gd name="adj1" fmla="val 62498"/>
              <a:gd name="adj2" fmla="val 38236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L-Shape 112">
            <a:extLst>
              <a:ext uri="{FF2B5EF4-FFF2-40B4-BE49-F238E27FC236}">
                <a16:creationId xmlns:a16="http://schemas.microsoft.com/office/drawing/2014/main" id="{209C763A-4AD4-791E-46DC-AD9AC734F4DD}"/>
              </a:ext>
            </a:extLst>
          </p:cNvPr>
          <p:cNvSpPr/>
          <p:nvPr/>
        </p:nvSpPr>
        <p:spPr>
          <a:xfrm rot="5400000">
            <a:off x="-1325623" y="237622"/>
            <a:ext cx="252899" cy="302435"/>
          </a:xfrm>
          <a:prstGeom prst="corner">
            <a:avLst>
              <a:gd name="adj1" fmla="val 40887"/>
              <a:gd name="adj2" fmla="val 49184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E6C1A8F6-C1D7-AB7B-E490-F7AD8FF49F93}"/>
              </a:ext>
            </a:extLst>
          </p:cNvPr>
          <p:cNvSpPr/>
          <p:nvPr/>
        </p:nvSpPr>
        <p:spPr>
          <a:xfrm flipH="1">
            <a:off x="-1348433" y="837657"/>
            <a:ext cx="778791" cy="331247"/>
          </a:xfrm>
          <a:prstGeom prst="round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ECC5A32-9606-DB14-4DFF-8E7E58373AC0}"/>
              </a:ext>
            </a:extLst>
          </p:cNvPr>
          <p:cNvCxnSpPr>
            <a:cxnSpLocks/>
          </p:cNvCxnSpPr>
          <p:nvPr/>
        </p:nvCxnSpPr>
        <p:spPr>
          <a:xfrm flipV="1">
            <a:off x="1125191" y="-387092"/>
            <a:ext cx="0" cy="87182"/>
          </a:xfrm>
          <a:prstGeom prst="line">
            <a:avLst/>
          </a:prstGeom>
          <a:ln w="12700">
            <a:solidFill>
              <a:schemeClr val="tx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B9266F4-EC33-7365-2EE3-35F29C819D63}"/>
              </a:ext>
            </a:extLst>
          </p:cNvPr>
          <p:cNvCxnSpPr>
            <a:cxnSpLocks/>
          </p:cNvCxnSpPr>
          <p:nvPr/>
        </p:nvCxnSpPr>
        <p:spPr>
          <a:xfrm>
            <a:off x="-1297539" y="477347"/>
            <a:ext cx="0" cy="91440"/>
          </a:xfrm>
          <a:prstGeom prst="line">
            <a:avLst/>
          </a:prstGeom>
          <a:ln w="12700">
            <a:solidFill>
              <a:schemeClr val="tx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9C5BCDE-1C07-D502-497A-DD1884E14A40}"/>
              </a:ext>
            </a:extLst>
          </p:cNvPr>
          <p:cNvSpPr txBox="1"/>
          <p:nvPr/>
        </p:nvSpPr>
        <p:spPr>
          <a:xfrm>
            <a:off x="-1659603" y="-220769"/>
            <a:ext cx="558431" cy="1692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500" b="1" dirty="0">
                <a:solidFill>
                  <a:schemeClr val="tx2"/>
                </a:solidFill>
                <a:latin typeface="Candara" panose="020E0502030303020204" pitchFamily="34" charset="0"/>
              </a:rPr>
              <a:t>T</a:t>
            </a:r>
            <a:r>
              <a:rPr lang="en-GB" sz="500" dirty="0">
                <a:solidFill>
                  <a:schemeClr val="tx2"/>
                </a:solidFill>
                <a:latin typeface="Candara" panose="020E0502030303020204" pitchFamily="34" charset="0"/>
              </a:rPr>
              <a:t>ranslational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2078DAA-736F-9A2C-7B8A-ED745A7DCE78}"/>
              </a:ext>
            </a:extLst>
          </p:cNvPr>
          <p:cNvSpPr txBox="1"/>
          <p:nvPr/>
        </p:nvSpPr>
        <p:spPr>
          <a:xfrm>
            <a:off x="-485031" y="565613"/>
            <a:ext cx="724728" cy="1692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500" b="1" dirty="0">
                <a:solidFill>
                  <a:schemeClr val="tx2"/>
                </a:solidFill>
                <a:latin typeface="Candara" panose="020E0502030303020204" pitchFamily="34" charset="0"/>
              </a:rPr>
              <a:t>O</a:t>
            </a:r>
            <a:r>
              <a:rPr lang="en-GB" sz="500" dirty="0">
                <a:solidFill>
                  <a:schemeClr val="tx2"/>
                </a:solidFill>
                <a:latin typeface="Candara" panose="020E0502030303020204" pitchFamily="34" charset="0"/>
              </a:rPr>
              <a:t>rgan </a:t>
            </a:r>
            <a:r>
              <a:rPr lang="en-GB" sz="500" b="1" dirty="0">
                <a:solidFill>
                  <a:schemeClr val="tx2"/>
                </a:solidFill>
                <a:latin typeface="Candara" panose="020E0502030303020204" pitchFamily="34" charset="0"/>
              </a:rPr>
              <a:t>M</a:t>
            </a:r>
            <a:r>
              <a:rPr lang="en-GB" sz="500" dirty="0">
                <a:solidFill>
                  <a:schemeClr val="tx2"/>
                </a:solidFill>
                <a:latin typeface="Candara" panose="020E0502030303020204" pitchFamily="34" charset="0"/>
              </a:rPr>
              <a:t>icrosystem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952998C-9F87-5C32-0669-A5CB531950DD}"/>
              </a:ext>
            </a:extLst>
          </p:cNvPr>
          <p:cNvCxnSpPr>
            <a:cxnSpLocks/>
          </p:cNvCxnSpPr>
          <p:nvPr/>
        </p:nvCxnSpPr>
        <p:spPr>
          <a:xfrm>
            <a:off x="-1032081" y="178174"/>
            <a:ext cx="0" cy="73152"/>
          </a:xfrm>
          <a:prstGeom prst="line">
            <a:avLst/>
          </a:prstGeom>
          <a:ln w="25400" cap="rnd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AF3CFB7-135A-26E2-552B-A39325A57AC5}"/>
              </a:ext>
            </a:extLst>
          </p:cNvPr>
          <p:cNvGrpSpPr>
            <a:grpSpLocks noChangeAspect="1"/>
          </p:cNvGrpSpPr>
          <p:nvPr/>
        </p:nvGrpSpPr>
        <p:grpSpPr>
          <a:xfrm>
            <a:off x="-1147319" y="32130"/>
            <a:ext cx="228198" cy="136804"/>
            <a:chOff x="1446460" y="80727"/>
            <a:chExt cx="986431" cy="438734"/>
          </a:xfrm>
        </p:grpSpPr>
        <p:sp>
          <p:nvSpPr>
            <p:cNvPr id="127" name="Rounded Rectangle 126">
              <a:extLst>
                <a:ext uri="{FF2B5EF4-FFF2-40B4-BE49-F238E27FC236}">
                  <a16:creationId xmlns:a16="http://schemas.microsoft.com/office/drawing/2014/main" id="{A1AB0D76-0EBE-3BDA-9E8F-DF028C95E1A3}"/>
                </a:ext>
              </a:extLst>
            </p:cNvPr>
            <p:cNvSpPr/>
            <p:nvPr/>
          </p:nvSpPr>
          <p:spPr>
            <a:xfrm>
              <a:off x="1446460" y="80727"/>
              <a:ext cx="986431" cy="170438"/>
            </a:xfrm>
            <a:prstGeom prst="round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8FE8D1AA-F3B8-4DD3-D554-4D46A5AAD0AC}"/>
                </a:ext>
              </a:extLst>
            </p:cNvPr>
            <p:cNvSpPr/>
            <p:nvPr/>
          </p:nvSpPr>
          <p:spPr>
            <a:xfrm>
              <a:off x="1561332" y="252447"/>
              <a:ext cx="748157" cy="92300"/>
            </a:xfrm>
            <a:prstGeom prst="round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Trapezoid 128">
              <a:extLst>
                <a:ext uri="{FF2B5EF4-FFF2-40B4-BE49-F238E27FC236}">
                  <a16:creationId xmlns:a16="http://schemas.microsoft.com/office/drawing/2014/main" id="{EDB5AB9E-A387-F661-B5C7-5326AB2D82BC}"/>
                </a:ext>
              </a:extLst>
            </p:cNvPr>
            <p:cNvSpPr/>
            <p:nvPr/>
          </p:nvSpPr>
          <p:spPr>
            <a:xfrm rot="10800000">
              <a:off x="1738744" y="346031"/>
              <a:ext cx="421242" cy="173430"/>
            </a:xfrm>
            <a:prstGeom prst="trapezoid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7" name="Freeform 6">
            <a:extLst>
              <a:ext uri="{FF2B5EF4-FFF2-40B4-BE49-F238E27FC236}">
                <a16:creationId xmlns:a16="http://schemas.microsoft.com/office/drawing/2014/main" id="{CD54EB57-0506-89D1-971F-43423064F3D9}"/>
              </a:ext>
            </a:extLst>
          </p:cNvPr>
          <p:cNvSpPr>
            <a:spLocks noChangeAspect="1"/>
          </p:cNvSpPr>
          <p:nvPr/>
        </p:nvSpPr>
        <p:spPr bwMode="auto">
          <a:xfrm>
            <a:off x="2564797" y="20392"/>
            <a:ext cx="773615" cy="860169"/>
          </a:xfrm>
          <a:custGeom>
            <a:avLst/>
            <a:gdLst>
              <a:gd name="T0" fmla="*/ 10800 w 10800"/>
              <a:gd name="T1" fmla="*/ 6354 h 12008"/>
              <a:gd name="T2" fmla="*/ 10044 w 10800"/>
              <a:gd name="T3" fmla="*/ 9047 h 12008"/>
              <a:gd name="T4" fmla="*/ 8100 w 10800"/>
              <a:gd name="T5" fmla="*/ 10985 h 12008"/>
              <a:gd name="T6" fmla="*/ 5400 w 10800"/>
              <a:gd name="T7" fmla="*/ 11739 h 12008"/>
              <a:gd name="T8" fmla="*/ 2700 w 10800"/>
              <a:gd name="T9" fmla="*/ 10985 h 12008"/>
              <a:gd name="T10" fmla="*/ 756 w 10800"/>
              <a:gd name="T11" fmla="*/ 9047 h 12008"/>
              <a:gd name="T12" fmla="*/ 0 w 10800"/>
              <a:gd name="T13" fmla="*/ 6354 h 12008"/>
              <a:gd name="T14" fmla="*/ 756 w 10800"/>
              <a:gd name="T15" fmla="*/ 3608 h 12008"/>
              <a:gd name="T16" fmla="*/ 2700 w 10800"/>
              <a:gd name="T17" fmla="*/ 1669 h 12008"/>
              <a:gd name="T18" fmla="*/ 5400 w 10800"/>
              <a:gd name="T19" fmla="*/ 969 h 12008"/>
              <a:gd name="T20" fmla="*/ 8100 w 10800"/>
              <a:gd name="T21" fmla="*/ 1669 h 12008"/>
              <a:gd name="T22" fmla="*/ 10044 w 10800"/>
              <a:gd name="T23" fmla="*/ 3608 h 12008"/>
              <a:gd name="T24" fmla="*/ 10800 w 10800"/>
              <a:gd name="T25" fmla="*/ 6354 h 1200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800"/>
              <a:gd name="T40" fmla="*/ 0 h 12008"/>
              <a:gd name="T41" fmla="*/ 10800 w 10800"/>
              <a:gd name="T42" fmla="*/ 12008 h 1200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800" h="12008">
                <a:moveTo>
                  <a:pt x="10800" y="6354"/>
                </a:moveTo>
                <a:cubicBezTo>
                  <a:pt x="10800" y="8293"/>
                  <a:pt x="10530" y="8185"/>
                  <a:pt x="10044" y="9047"/>
                </a:cubicBezTo>
                <a:cubicBezTo>
                  <a:pt x="9612" y="9101"/>
                  <a:pt x="8910" y="9639"/>
                  <a:pt x="8100" y="10985"/>
                </a:cubicBezTo>
                <a:cubicBezTo>
                  <a:pt x="7344" y="12008"/>
                  <a:pt x="6372" y="11470"/>
                  <a:pt x="5400" y="11739"/>
                </a:cubicBezTo>
                <a:cubicBezTo>
                  <a:pt x="4428" y="12008"/>
                  <a:pt x="3456" y="9693"/>
                  <a:pt x="2700" y="10985"/>
                </a:cubicBezTo>
                <a:cubicBezTo>
                  <a:pt x="1890" y="10231"/>
                  <a:pt x="1188" y="10124"/>
                  <a:pt x="756" y="9047"/>
                </a:cubicBezTo>
                <a:cubicBezTo>
                  <a:pt x="270" y="7485"/>
                  <a:pt x="0" y="6624"/>
                  <a:pt x="0" y="6354"/>
                </a:cubicBezTo>
                <a:cubicBezTo>
                  <a:pt x="0" y="5547"/>
                  <a:pt x="270" y="4470"/>
                  <a:pt x="756" y="3608"/>
                </a:cubicBezTo>
                <a:cubicBezTo>
                  <a:pt x="1188" y="1993"/>
                  <a:pt x="1890" y="3177"/>
                  <a:pt x="2700" y="1669"/>
                </a:cubicBezTo>
                <a:cubicBezTo>
                  <a:pt x="3456" y="1185"/>
                  <a:pt x="4428" y="1185"/>
                  <a:pt x="5400" y="969"/>
                </a:cubicBezTo>
                <a:cubicBezTo>
                  <a:pt x="6372" y="0"/>
                  <a:pt x="7344" y="485"/>
                  <a:pt x="8100" y="1669"/>
                </a:cubicBezTo>
                <a:cubicBezTo>
                  <a:pt x="8910" y="1939"/>
                  <a:pt x="9612" y="3285"/>
                  <a:pt x="10044" y="3608"/>
                </a:cubicBezTo>
                <a:cubicBezTo>
                  <a:pt x="10530" y="5223"/>
                  <a:pt x="10800" y="5223"/>
                  <a:pt x="10800" y="6354"/>
                </a:cubicBezTo>
              </a:path>
            </a:pathLst>
          </a:custGeom>
          <a:solidFill>
            <a:schemeClr val="bg1"/>
          </a:solidFill>
          <a:ln w="6350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139" name="Freeform 6">
            <a:extLst>
              <a:ext uri="{FF2B5EF4-FFF2-40B4-BE49-F238E27FC236}">
                <a16:creationId xmlns:a16="http://schemas.microsoft.com/office/drawing/2014/main" id="{2C0E7AA6-5F8C-969A-6BEB-7258BAEDA99D}"/>
              </a:ext>
            </a:extLst>
          </p:cNvPr>
          <p:cNvSpPr>
            <a:spLocks noChangeAspect="1"/>
          </p:cNvSpPr>
          <p:nvPr/>
        </p:nvSpPr>
        <p:spPr bwMode="auto">
          <a:xfrm>
            <a:off x="1502470" y="65667"/>
            <a:ext cx="773615" cy="823360"/>
          </a:xfrm>
          <a:custGeom>
            <a:avLst/>
            <a:gdLst>
              <a:gd name="T0" fmla="*/ 11275 w 11275"/>
              <a:gd name="T1" fmla="*/ 5912 h 11992"/>
              <a:gd name="T2" fmla="*/ 10486 w 11275"/>
              <a:gd name="T3" fmla="*/ 8727 h 11992"/>
              <a:gd name="T4" fmla="*/ 8456 w 11275"/>
              <a:gd name="T5" fmla="*/ 10754 h 11992"/>
              <a:gd name="T6" fmla="*/ 5637 w 11275"/>
              <a:gd name="T7" fmla="*/ 11542 h 11992"/>
              <a:gd name="T8" fmla="*/ 2819 w 11275"/>
              <a:gd name="T9" fmla="*/ 10754 h 11992"/>
              <a:gd name="T10" fmla="*/ 789 w 11275"/>
              <a:gd name="T11" fmla="*/ 8727 h 11992"/>
              <a:gd name="T12" fmla="*/ 0 w 11275"/>
              <a:gd name="T13" fmla="*/ 5912 h 11992"/>
              <a:gd name="T14" fmla="*/ 789 w 11275"/>
              <a:gd name="T15" fmla="*/ 3041 h 11992"/>
              <a:gd name="T16" fmla="*/ 2819 w 11275"/>
              <a:gd name="T17" fmla="*/ 1014 h 11992"/>
              <a:gd name="T18" fmla="*/ 5637 w 11275"/>
              <a:gd name="T19" fmla="*/ 282 h 11992"/>
              <a:gd name="T20" fmla="*/ 8456 w 11275"/>
              <a:gd name="T21" fmla="*/ 1014 h 11992"/>
              <a:gd name="T22" fmla="*/ 10486 w 11275"/>
              <a:gd name="T23" fmla="*/ 3041 h 11992"/>
              <a:gd name="T24" fmla="*/ 11275 w 11275"/>
              <a:gd name="T25" fmla="*/ 5912 h 119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1275"/>
              <a:gd name="T40" fmla="*/ 0 h 11992"/>
              <a:gd name="T41" fmla="*/ 11275 w 11275"/>
              <a:gd name="T42" fmla="*/ 11992 h 1199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1275" h="11992">
                <a:moveTo>
                  <a:pt x="11275" y="5912"/>
                </a:moveTo>
                <a:cubicBezTo>
                  <a:pt x="11275" y="7657"/>
                  <a:pt x="10993" y="6982"/>
                  <a:pt x="10486" y="8727"/>
                </a:cubicBezTo>
                <a:cubicBezTo>
                  <a:pt x="10035" y="8445"/>
                  <a:pt x="9302" y="9233"/>
                  <a:pt x="8456" y="10754"/>
                </a:cubicBezTo>
                <a:cubicBezTo>
                  <a:pt x="7667" y="11204"/>
                  <a:pt x="6652" y="11992"/>
                  <a:pt x="5637" y="11542"/>
                </a:cubicBezTo>
                <a:cubicBezTo>
                  <a:pt x="4623" y="11035"/>
                  <a:pt x="3608" y="11485"/>
                  <a:pt x="2819" y="10754"/>
                </a:cubicBezTo>
                <a:cubicBezTo>
                  <a:pt x="1973" y="10641"/>
                  <a:pt x="1240" y="10416"/>
                  <a:pt x="789" y="8727"/>
                </a:cubicBezTo>
                <a:cubicBezTo>
                  <a:pt x="282" y="9402"/>
                  <a:pt x="0" y="5856"/>
                  <a:pt x="0" y="5912"/>
                </a:cubicBezTo>
                <a:cubicBezTo>
                  <a:pt x="0" y="4279"/>
                  <a:pt x="282" y="3941"/>
                  <a:pt x="789" y="3041"/>
                </a:cubicBezTo>
                <a:cubicBezTo>
                  <a:pt x="1240" y="2027"/>
                  <a:pt x="1973" y="2534"/>
                  <a:pt x="2819" y="1014"/>
                </a:cubicBezTo>
                <a:cubicBezTo>
                  <a:pt x="3608" y="0"/>
                  <a:pt x="4623" y="1295"/>
                  <a:pt x="5637" y="282"/>
                </a:cubicBezTo>
                <a:cubicBezTo>
                  <a:pt x="6652" y="789"/>
                  <a:pt x="7667" y="901"/>
                  <a:pt x="8456" y="1014"/>
                </a:cubicBezTo>
                <a:cubicBezTo>
                  <a:pt x="9302" y="1971"/>
                  <a:pt x="10035" y="2084"/>
                  <a:pt x="10486" y="3041"/>
                </a:cubicBezTo>
                <a:cubicBezTo>
                  <a:pt x="10993" y="4054"/>
                  <a:pt x="11275" y="5236"/>
                  <a:pt x="11275" y="5912"/>
                </a:cubicBezTo>
              </a:path>
            </a:pathLst>
          </a:custGeom>
          <a:solidFill>
            <a:schemeClr val="bg1"/>
          </a:solidFill>
          <a:ln w="6350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800"/>
          </a:p>
        </p:txBody>
      </p:sp>
      <p:sp>
        <p:nvSpPr>
          <p:cNvPr id="141" name="Oval 7">
            <a:extLst>
              <a:ext uri="{FF2B5EF4-FFF2-40B4-BE49-F238E27FC236}">
                <a16:creationId xmlns:a16="http://schemas.microsoft.com/office/drawing/2014/main" id="{A422A367-2D7F-796C-3A35-541CE73265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606507" y="389727"/>
            <a:ext cx="363855" cy="24257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42" name="Oval 8">
            <a:extLst>
              <a:ext uri="{FF2B5EF4-FFF2-40B4-BE49-F238E27FC236}">
                <a16:creationId xmlns:a16="http://schemas.microsoft.com/office/drawing/2014/main" id="{C221D129-D80B-B2AA-B615-611DE9BB3C9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078162" y="1295400"/>
            <a:ext cx="914400" cy="609600"/>
          </a:xfrm>
          <a:prstGeom prst="ellipse">
            <a:avLst/>
          </a:prstGeom>
          <a:solidFill>
            <a:srgbClr val="99CCFF"/>
          </a:solidFill>
          <a:ln w="9525">
            <a:solidFill>
              <a:srgbClr val="33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" name="Oval 7">
            <a:extLst>
              <a:ext uri="{FF2B5EF4-FFF2-40B4-BE49-F238E27FC236}">
                <a16:creationId xmlns:a16="http://schemas.microsoft.com/office/drawing/2014/main" id="{761722E1-2D1C-BC5F-9267-633CAAA4351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950337" y="384117"/>
            <a:ext cx="330191" cy="22012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6791F67-D133-AAD1-23FE-6E1BAEDBD6A1}"/>
              </a:ext>
            </a:extLst>
          </p:cNvPr>
          <p:cNvCxnSpPr>
            <a:cxnSpLocks/>
          </p:cNvCxnSpPr>
          <p:nvPr/>
        </p:nvCxnSpPr>
        <p:spPr>
          <a:xfrm flipH="1">
            <a:off x="-45462" y="2053651"/>
            <a:ext cx="239678" cy="0"/>
          </a:xfrm>
          <a:prstGeom prst="line">
            <a:avLst/>
          </a:prstGeom>
          <a:ln w="38100">
            <a:solidFill>
              <a:schemeClr val="tx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D0115FF3-83D9-DD43-EDDA-3ED9F8472D8D}"/>
              </a:ext>
            </a:extLst>
          </p:cNvPr>
          <p:cNvSpPr/>
          <p:nvPr/>
        </p:nvSpPr>
        <p:spPr>
          <a:xfrm flipH="1">
            <a:off x="955397" y="1602590"/>
            <a:ext cx="2065369" cy="904246"/>
          </a:xfrm>
          <a:prstGeom prst="round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Freeform 10">
            <a:extLst>
              <a:ext uri="{FF2B5EF4-FFF2-40B4-BE49-F238E27FC236}">
                <a16:creationId xmlns:a16="http://schemas.microsoft.com/office/drawing/2014/main" id="{D09441F9-E42C-A045-26FA-798BE55A067B}"/>
              </a:ext>
            </a:extLst>
          </p:cNvPr>
          <p:cNvSpPr>
            <a:spLocks noChangeAspect="1"/>
          </p:cNvSpPr>
          <p:nvPr/>
        </p:nvSpPr>
        <p:spPr bwMode="auto">
          <a:xfrm>
            <a:off x="-400686" y="383655"/>
            <a:ext cx="536360" cy="134309"/>
          </a:xfrm>
          <a:custGeom>
            <a:avLst/>
            <a:gdLst>
              <a:gd name="T0" fmla="*/ 0 w 1152"/>
              <a:gd name="T1" fmla="*/ 144 h 288"/>
              <a:gd name="T2" fmla="*/ 576 w 1152"/>
              <a:gd name="T3" fmla="*/ 288 h 288"/>
              <a:gd name="T4" fmla="*/ 1152 w 1152"/>
              <a:gd name="T5" fmla="*/ 144 h 288"/>
              <a:gd name="T6" fmla="*/ 576 w 1152"/>
              <a:gd name="T7" fmla="*/ 0 h 288"/>
              <a:gd name="T8" fmla="*/ 0 w 1152"/>
              <a:gd name="T9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288">
                <a:moveTo>
                  <a:pt x="0" y="144"/>
                </a:moveTo>
                <a:cubicBezTo>
                  <a:pt x="216" y="162"/>
                  <a:pt x="432" y="288"/>
                  <a:pt x="576" y="288"/>
                </a:cubicBezTo>
                <a:cubicBezTo>
                  <a:pt x="720" y="288"/>
                  <a:pt x="954" y="162"/>
                  <a:pt x="1152" y="144"/>
                </a:cubicBezTo>
                <a:cubicBezTo>
                  <a:pt x="954" y="126"/>
                  <a:pt x="720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0" name="Freeform 11">
            <a:extLst>
              <a:ext uri="{FF2B5EF4-FFF2-40B4-BE49-F238E27FC236}">
                <a16:creationId xmlns:a16="http://schemas.microsoft.com/office/drawing/2014/main" id="{D313FDA2-E731-A275-85AF-FAD466A825D4}"/>
              </a:ext>
            </a:extLst>
          </p:cNvPr>
          <p:cNvSpPr>
            <a:spLocks noChangeAspect="1"/>
          </p:cNvSpPr>
          <p:nvPr/>
        </p:nvSpPr>
        <p:spPr bwMode="auto">
          <a:xfrm>
            <a:off x="-132360" y="450810"/>
            <a:ext cx="536360" cy="134017"/>
          </a:xfrm>
          <a:custGeom>
            <a:avLst/>
            <a:gdLst>
              <a:gd name="T0" fmla="*/ 0 w 1152"/>
              <a:gd name="T1" fmla="*/ 144 h 288"/>
              <a:gd name="T2" fmla="*/ 576 w 1152"/>
              <a:gd name="T3" fmla="*/ 288 h 288"/>
              <a:gd name="T4" fmla="*/ 1152 w 1152"/>
              <a:gd name="T5" fmla="*/ 144 h 288"/>
              <a:gd name="T6" fmla="*/ 576 w 1152"/>
              <a:gd name="T7" fmla="*/ 0 h 288"/>
              <a:gd name="T8" fmla="*/ 0 w 1152"/>
              <a:gd name="T9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288">
                <a:moveTo>
                  <a:pt x="0" y="144"/>
                </a:moveTo>
                <a:cubicBezTo>
                  <a:pt x="216" y="162"/>
                  <a:pt x="432" y="288"/>
                  <a:pt x="576" y="288"/>
                </a:cubicBezTo>
                <a:cubicBezTo>
                  <a:pt x="720" y="288"/>
                  <a:pt x="954" y="162"/>
                  <a:pt x="1152" y="144"/>
                </a:cubicBezTo>
                <a:cubicBezTo>
                  <a:pt x="954" y="126"/>
                  <a:pt x="720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1" name="Freeform 12">
            <a:extLst>
              <a:ext uri="{FF2B5EF4-FFF2-40B4-BE49-F238E27FC236}">
                <a16:creationId xmlns:a16="http://schemas.microsoft.com/office/drawing/2014/main" id="{A1C85418-3850-39ED-0F8E-518BBE1221E0}"/>
              </a:ext>
            </a:extLst>
          </p:cNvPr>
          <p:cNvSpPr>
            <a:spLocks noChangeAspect="1"/>
          </p:cNvSpPr>
          <p:nvPr/>
        </p:nvSpPr>
        <p:spPr bwMode="auto">
          <a:xfrm>
            <a:off x="-400686" y="450810"/>
            <a:ext cx="268326" cy="134017"/>
          </a:xfrm>
          <a:custGeom>
            <a:avLst/>
            <a:gdLst>
              <a:gd name="T0" fmla="*/ 0 w 576"/>
              <a:gd name="T1" fmla="*/ 0 h 288"/>
              <a:gd name="T2" fmla="*/ 0 w 576"/>
              <a:gd name="T3" fmla="*/ 288 h 288"/>
              <a:gd name="T4" fmla="*/ 576 w 576"/>
              <a:gd name="T5" fmla="*/ 144 h 288"/>
              <a:gd name="T6" fmla="*/ 0 w 576"/>
              <a:gd name="T7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288">
                <a:moveTo>
                  <a:pt x="0" y="0"/>
                </a:moveTo>
                <a:cubicBezTo>
                  <a:pt x="0" y="288"/>
                  <a:pt x="0" y="288"/>
                  <a:pt x="0" y="288"/>
                </a:cubicBezTo>
                <a:cubicBezTo>
                  <a:pt x="144" y="288"/>
                  <a:pt x="378" y="162"/>
                  <a:pt x="576" y="144"/>
                </a:cubicBezTo>
                <a:cubicBezTo>
                  <a:pt x="378" y="126"/>
                  <a:pt x="144" y="0"/>
                  <a:pt x="0" y="0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2" name="Freeform 13">
            <a:extLst>
              <a:ext uri="{FF2B5EF4-FFF2-40B4-BE49-F238E27FC236}">
                <a16:creationId xmlns:a16="http://schemas.microsoft.com/office/drawing/2014/main" id="{7281D6F6-ECBB-9172-9522-DF1ED924FD72}"/>
              </a:ext>
            </a:extLst>
          </p:cNvPr>
          <p:cNvSpPr>
            <a:spLocks noChangeAspect="1"/>
          </p:cNvSpPr>
          <p:nvPr/>
        </p:nvSpPr>
        <p:spPr bwMode="auto">
          <a:xfrm>
            <a:off x="-400686" y="517965"/>
            <a:ext cx="536360" cy="134017"/>
          </a:xfrm>
          <a:custGeom>
            <a:avLst/>
            <a:gdLst>
              <a:gd name="T0" fmla="*/ 1152 w 1152"/>
              <a:gd name="T1" fmla="*/ 144 h 288"/>
              <a:gd name="T2" fmla="*/ 576 w 1152"/>
              <a:gd name="T3" fmla="*/ 0 h 288"/>
              <a:gd name="T4" fmla="*/ 0 w 1152"/>
              <a:gd name="T5" fmla="*/ 144 h 288"/>
              <a:gd name="T6" fmla="*/ 576 w 1152"/>
              <a:gd name="T7" fmla="*/ 288 h 288"/>
              <a:gd name="T8" fmla="*/ 1152 w 1152"/>
              <a:gd name="T9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288">
                <a:moveTo>
                  <a:pt x="1152" y="144"/>
                </a:moveTo>
                <a:cubicBezTo>
                  <a:pt x="954" y="126"/>
                  <a:pt x="720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ubicBezTo>
                  <a:pt x="216" y="162"/>
                  <a:pt x="432" y="288"/>
                  <a:pt x="576" y="288"/>
                </a:cubicBezTo>
                <a:cubicBezTo>
                  <a:pt x="720" y="288"/>
                  <a:pt x="954" y="162"/>
                  <a:pt x="1152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3" name="Freeform 14">
            <a:extLst>
              <a:ext uri="{FF2B5EF4-FFF2-40B4-BE49-F238E27FC236}">
                <a16:creationId xmlns:a16="http://schemas.microsoft.com/office/drawing/2014/main" id="{82441225-4E39-C02F-9BE7-48C5D514F7E8}"/>
              </a:ext>
            </a:extLst>
          </p:cNvPr>
          <p:cNvSpPr>
            <a:spLocks noChangeAspect="1"/>
          </p:cNvSpPr>
          <p:nvPr/>
        </p:nvSpPr>
        <p:spPr bwMode="auto">
          <a:xfrm>
            <a:off x="-132360" y="584828"/>
            <a:ext cx="536360" cy="134309"/>
          </a:xfrm>
          <a:custGeom>
            <a:avLst/>
            <a:gdLst>
              <a:gd name="T0" fmla="*/ 0 w 1152"/>
              <a:gd name="T1" fmla="*/ 144 h 288"/>
              <a:gd name="T2" fmla="*/ 576 w 1152"/>
              <a:gd name="T3" fmla="*/ 288 h 288"/>
              <a:gd name="T4" fmla="*/ 1152 w 1152"/>
              <a:gd name="T5" fmla="*/ 144 h 288"/>
              <a:gd name="T6" fmla="*/ 576 w 1152"/>
              <a:gd name="T7" fmla="*/ 0 h 288"/>
              <a:gd name="T8" fmla="*/ 0 w 1152"/>
              <a:gd name="T9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288">
                <a:moveTo>
                  <a:pt x="0" y="144"/>
                </a:moveTo>
                <a:cubicBezTo>
                  <a:pt x="216" y="162"/>
                  <a:pt x="432" y="288"/>
                  <a:pt x="576" y="288"/>
                </a:cubicBezTo>
                <a:cubicBezTo>
                  <a:pt x="720" y="288"/>
                  <a:pt x="954" y="162"/>
                  <a:pt x="1152" y="144"/>
                </a:cubicBezTo>
                <a:cubicBezTo>
                  <a:pt x="954" y="126"/>
                  <a:pt x="720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4" name="Freeform 15">
            <a:extLst>
              <a:ext uri="{FF2B5EF4-FFF2-40B4-BE49-F238E27FC236}">
                <a16:creationId xmlns:a16="http://schemas.microsoft.com/office/drawing/2014/main" id="{C29A8CC6-C544-C053-E5BF-DC19C3E746BD}"/>
              </a:ext>
            </a:extLst>
          </p:cNvPr>
          <p:cNvSpPr>
            <a:spLocks noChangeAspect="1"/>
          </p:cNvSpPr>
          <p:nvPr/>
        </p:nvSpPr>
        <p:spPr bwMode="auto">
          <a:xfrm>
            <a:off x="135674" y="517965"/>
            <a:ext cx="469498" cy="134017"/>
          </a:xfrm>
          <a:custGeom>
            <a:avLst/>
            <a:gdLst>
              <a:gd name="T0" fmla="*/ 0 w 1008"/>
              <a:gd name="T1" fmla="*/ 144 h 288"/>
              <a:gd name="T2" fmla="*/ 576 w 1008"/>
              <a:gd name="T3" fmla="*/ 288 h 288"/>
              <a:gd name="T4" fmla="*/ 1008 w 1008"/>
              <a:gd name="T5" fmla="*/ 172 h 288"/>
              <a:gd name="T6" fmla="*/ 1008 w 1008"/>
              <a:gd name="T7" fmla="*/ 116 h 288"/>
              <a:gd name="T8" fmla="*/ 576 w 1008"/>
              <a:gd name="T9" fmla="*/ 0 h 288"/>
              <a:gd name="T10" fmla="*/ 0 w 1008"/>
              <a:gd name="T11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288">
                <a:moveTo>
                  <a:pt x="0" y="144"/>
                </a:moveTo>
                <a:cubicBezTo>
                  <a:pt x="216" y="162"/>
                  <a:pt x="432" y="288"/>
                  <a:pt x="576" y="288"/>
                </a:cubicBezTo>
                <a:cubicBezTo>
                  <a:pt x="686" y="288"/>
                  <a:pt x="849" y="214"/>
                  <a:pt x="1008" y="172"/>
                </a:cubicBezTo>
                <a:cubicBezTo>
                  <a:pt x="1008" y="116"/>
                  <a:pt x="1008" y="116"/>
                  <a:pt x="1008" y="116"/>
                </a:cubicBezTo>
                <a:cubicBezTo>
                  <a:pt x="849" y="74"/>
                  <a:pt x="686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5" name="Freeform 16">
            <a:extLst>
              <a:ext uri="{FF2B5EF4-FFF2-40B4-BE49-F238E27FC236}">
                <a16:creationId xmlns:a16="http://schemas.microsoft.com/office/drawing/2014/main" id="{85BD520F-0D9F-4D7B-E7D6-53023B68E23D}"/>
              </a:ext>
            </a:extLst>
          </p:cNvPr>
          <p:cNvSpPr>
            <a:spLocks noChangeAspect="1"/>
          </p:cNvSpPr>
          <p:nvPr/>
        </p:nvSpPr>
        <p:spPr bwMode="auto">
          <a:xfrm>
            <a:off x="-132360" y="316501"/>
            <a:ext cx="536360" cy="134309"/>
          </a:xfrm>
          <a:custGeom>
            <a:avLst/>
            <a:gdLst>
              <a:gd name="T0" fmla="*/ 0 w 1152"/>
              <a:gd name="T1" fmla="*/ 144 h 288"/>
              <a:gd name="T2" fmla="*/ 576 w 1152"/>
              <a:gd name="T3" fmla="*/ 288 h 288"/>
              <a:gd name="T4" fmla="*/ 1152 w 1152"/>
              <a:gd name="T5" fmla="*/ 144 h 288"/>
              <a:gd name="T6" fmla="*/ 576 w 1152"/>
              <a:gd name="T7" fmla="*/ 0 h 288"/>
              <a:gd name="T8" fmla="*/ 0 w 1152"/>
              <a:gd name="T9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288">
                <a:moveTo>
                  <a:pt x="0" y="144"/>
                </a:moveTo>
                <a:cubicBezTo>
                  <a:pt x="216" y="162"/>
                  <a:pt x="432" y="288"/>
                  <a:pt x="576" y="288"/>
                </a:cubicBezTo>
                <a:cubicBezTo>
                  <a:pt x="720" y="288"/>
                  <a:pt x="954" y="162"/>
                  <a:pt x="1152" y="144"/>
                </a:cubicBezTo>
                <a:cubicBezTo>
                  <a:pt x="954" y="126"/>
                  <a:pt x="720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6" name="Freeform 17">
            <a:extLst>
              <a:ext uri="{FF2B5EF4-FFF2-40B4-BE49-F238E27FC236}">
                <a16:creationId xmlns:a16="http://schemas.microsoft.com/office/drawing/2014/main" id="{3DD7FD0B-FE98-F5BB-8A66-575D76DE12B8}"/>
              </a:ext>
            </a:extLst>
          </p:cNvPr>
          <p:cNvSpPr>
            <a:spLocks noChangeAspect="1"/>
          </p:cNvSpPr>
          <p:nvPr/>
        </p:nvSpPr>
        <p:spPr bwMode="auto">
          <a:xfrm>
            <a:off x="135674" y="383655"/>
            <a:ext cx="469498" cy="134309"/>
          </a:xfrm>
          <a:custGeom>
            <a:avLst/>
            <a:gdLst>
              <a:gd name="T0" fmla="*/ 0 w 1008"/>
              <a:gd name="T1" fmla="*/ 144 h 288"/>
              <a:gd name="T2" fmla="*/ 576 w 1008"/>
              <a:gd name="T3" fmla="*/ 288 h 288"/>
              <a:gd name="T4" fmla="*/ 1008 w 1008"/>
              <a:gd name="T5" fmla="*/ 172 h 288"/>
              <a:gd name="T6" fmla="*/ 1008 w 1008"/>
              <a:gd name="T7" fmla="*/ 116 h 288"/>
              <a:gd name="T8" fmla="*/ 576 w 1008"/>
              <a:gd name="T9" fmla="*/ 0 h 288"/>
              <a:gd name="T10" fmla="*/ 0 w 1008"/>
              <a:gd name="T11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288">
                <a:moveTo>
                  <a:pt x="0" y="144"/>
                </a:moveTo>
                <a:cubicBezTo>
                  <a:pt x="216" y="162"/>
                  <a:pt x="432" y="288"/>
                  <a:pt x="576" y="288"/>
                </a:cubicBezTo>
                <a:cubicBezTo>
                  <a:pt x="686" y="288"/>
                  <a:pt x="849" y="214"/>
                  <a:pt x="1008" y="172"/>
                </a:cubicBezTo>
                <a:cubicBezTo>
                  <a:pt x="1008" y="116"/>
                  <a:pt x="1008" y="116"/>
                  <a:pt x="1008" y="116"/>
                </a:cubicBezTo>
                <a:cubicBezTo>
                  <a:pt x="849" y="74"/>
                  <a:pt x="686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7" name="Freeform 18">
            <a:extLst>
              <a:ext uri="{FF2B5EF4-FFF2-40B4-BE49-F238E27FC236}">
                <a16:creationId xmlns:a16="http://schemas.microsoft.com/office/drawing/2014/main" id="{CEB7DA30-7275-338A-A3BB-2BFEC110B934}"/>
              </a:ext>
            </a:extLst>
          </p:cNvPr>
          <p:cNvSpPr>
            <a:spLocks noChangeAspect="1"/>
          </p:cNvSpPr>
          <p:nvPr/>
        </p:nvSpPr>
        <p:spPr bwMode="auto">
          <a:xfrm>
            <a:off x="135674" y="651982"/>
            <a:ext cx="469498" cy="134309"/>
          </a:xfrm>
          <a:custGeom>
            <a:avLst/>
            <a:gdLst>
              <a:gd name="T0" fmla="*/ 0 w 1008"/>
              <a:gd name="T1" fmla="*/ 144 h 288"/>
              <a:gd name="T2" fmla="*/ 576 w 1008"/>
              <a:gd name="T3" fmla="*/ 288 h 288"/>
              <a:gd name="T4" fmla="*/ 1008 w 1008"/>
              <a:gd name="T5" fmla="*/ 172 h 288"/>
              <a:gd name="T6" fmla="*/ 1008 w 1008"/>
              <a:gd name="T7" fmla="*/ 116 h 288"/>
              <a:gd name="T8" fmla="*/ 576 w 1008"/>
              <a:gd name="T9" fmla="*/ 0 h 288"/>
              <a:gd name="T10" fmla="*/ 0 w 1008"/>
              <a:gd name="T11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288">
                <a:moveTo>
                  <a:pt x="0" y="144"/>
                </a:moveTo>
                <a:cubicBezTo>
                  <a:pt x="216" y="162"/>
                  <a:pt x="432" y="288"/>
                  <a:pt x="576" y="288"/>
                </a:cubicBezTo>
                <a:cubicBezTo>
                  <a:pt x="686" y="288"/>
                  <a:pt x="849" y="214"/>
                  <a:pt x="1008" y="172"/>
                </a:cubicBezTo>
                <a:cubicBezTo>
                  <a:pt x="1008" y="116"/>
                  <a:pt x="1008" y="116"/>
                  <a:pt x="1008" y="116"/>
                </a:cubicBezTo>
                <a:cubicBezTo>
                  <a:pt x="849" y="74"/>
                  <a:pt x="686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8" name="Freeform 19">
            <a:extLst>
              <a:ext uri="{FF2B5EF4-FFF2-40B4-BE49-F238E27FC236}">
                <a16:creationId xmlns:a16="http://schemas.microsoft.com/office/drawing/2014/main" id="{F5B3DB6E-3EFB-5B02-4A65-1DB322FA6F3B}"/>
              </a:ext>
            </a:extLst>
          </p:cNvPr>
          <p:cNvSpPr>
            <a:spLocks noChangeAspect="1"/>
          </p:cNvSpPr>
          <p:nvPr/>
        </p:nvSpPr>
        <p:spPr bwMode="auto">
          <a:xfrm>
            <a:off x="-132360" y="719137"/>
            <a:ext cx="536360" cy="134017"/>
          </a:xfrm>
          <a:custGeom>
            <a:avLst/>
            <a:gdLst>
              <a:gd name="T0" fmla="*/ 0 w 1152"/>
              <a:gd name="T1" fmla="*/ 144 h 288"/>
              <a:gd name="T2" fmla="*/ 576 w 1152"/>
              <a:gd name="T3" fmla="*/ 288 h 288"/>
              <a:gd name="T4" fmla="*/ 1152 w 1152"/>
              <a:gd name="T5" fmla="*/ 144 h 288"/>
              <a:gd name="T6" fmla="*/ 576 w 1152"/>
              <a:gd name="T7" fmla="*/ 0 h 288"/>
              <a:gd name="T8" fmla="*/ 0 w 1152"/>
              <a:gd name="T9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288">
                <a:moveTo>
                  <a:pt x="0" y="144"/>
                </a:moveTo>
                <a:cubicBezTo>
                  <a:pt x="216" y="162"/>
                  <a:pt x="432" y="288"/>
                  <a:pt x="576" y="288"/>
                </a:cubicBezTo>
                <a:cubicBezTo>
                  <a:pt x="720" y="288"/>
                  <a:pt x="954" y="162"/>
                  <a:pt x="1152" y="144"/>
                </a:cubicBezTo>
                <a:cubicBezTo>
                  <a:pt x="954" y="126"/>
                  <a:pt x="720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59" name="Freeform 20">
            <a:extLst>
              <a:ext uri="{FF2B5EF4-FFF2-40B4-BE49-F238E27FC236}">
                <a16:creationId xmlns:a16="http://schemas.microsoft.com/office/drawing/2014/main" id="{500D35EF-C8FD-F1D4-4AAD-2498BCB17B32}"/>
              </a:ext>
            </a:extLst>
          </p:cNvPr>
          <p:cNvSpPr>
            <a:spLocks noChangeAspect="1"/>
          </p:cNvSpPr>
          <p:nvPr/>
        </p:nvSpPr>
        <p:spPr bwMode="auto">
          <a:xfrm>
            <a:off x="-400686" y="786292"/>
            <a:ext cx="536360" cy="134017"/>
          </a:xfrm>
          <a:custGeom>
            <a:avLst/>
            <a:gdLst>
              <a:gd name="T0" fmla="*/ 576 w 1152"/>
              <a:gd name="T1" fmla="*/ 0 h 288"/>
              <a:gd name="T2" fmla="*/ 0 w 1152"/>
              <a:gd name="T3" fmla="*/ 144 h 288"/>
              <a:gd name="T4" fmla="*/ 576 w 1152"/>
              <a:gd name="T5" fmla="*/ 288 h 288"/>
              <a:gd name="T6" fmla="*/ 1152 w 1152"/>
              <a:gd name="T7" fmla="*/ 144 h 288"/>
              <a:gd name="T8" fmla="*/ 576 w 1152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288">
                <a:moveTo>
                  <a:pt x="576" y="0"/>
                </a:moveTo>
                <a:cubicBezTo>
                  <a:pt x="432" y="0"/>
                  <a:pt x="216" y="126"/>
                  <a:pt x="0" y="144"/>
                </a:cubicBezTo>
                <a:cubicBezTo>
                  <a:pt x="216" y="162"/>
                  <a:pt x="432" y="288"/>
                  <a:pt x="576" y="288"/>
                </a:cubicBezTo>
                <a:cubicBezTo>
                  <a:pt x="720" y="288"/>
                  <a:pt x="954" y="162"/>
                  <a:pt x="1152" y="144"/>
                </a:cubicBezTo>
                <a:cubicBezTo>
                  <a:pt x="954" y="126"/>
                  <a:pt x="720" y="0"/>
                  <a:pt x="576" y="0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0" name="Freeform 21">
            <a:extLst>
              <a:ext uri="{FF2B5EF4-FFF2-40B4-BE49-F238E27FC236}">
                <a16:creationId xmlns:a16="http://schemas.microsoft.com/office/drawing/2014/main" id="{B8F5FAC0-6D2F-E2CA-3603-8DF6382C502D}"/>
              </a:ext>
            </a:extLst>
          </p:cNvPr>
          <p:cNvSpPr>
            <a:spLocks noChangeAspect="1"/>
          </p:cNvSpPr>
          <p:nvPr/>
        </p:nvSpPr>
        <p:spPr bwMode="auto">
          <a:xfrm>
            <a:off x="-400686" y="651982"/>
            <a:ext cx="536360" cy="134309"/>
          </a:xfrm>
          <a:custGeom>
            <a:avLst/>
            <a:gdLst>
              <a:gd name="T0" fmla="*/ 1152 w 1152"/>
              <a:gd name="T1" fmla="*/ 144 h 288"/>
              <a:gd name="T2" fmla="*/ 576 w 1152"/>
              <a:gd name="T3" fmla="*/ 0 h 288"/>
              <a:gd name="T4" fmla="*/ 0 w 1152"/>
              <a:gd name="T5" fmla="*/ 144 h 288"/>
              <a:gd name="T6" fmla="*/ 576 w 1152"/>
              <a:gd name="T7" fmla="*/ 288 h 288"/>
              <a:gd name="T8" fmla="*/ 1152 w 1152"/>
              <a:gd name="T9" fmla="*/ 144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288">
                <a:moveTo>
                  <a:pt x="1152" y="144"/>
                </a:moveTo>
                <a:cubicBezTo>
                  <a:pt x="954" y="126"/>
                  <a:pt x="720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ubicBezTo>
                  <a:pt x="216" y="162"/>
                  <a:pt x="432" y="288"/>
                  <a:pt x="576" y="288"/>
                </a:cubicBezTo>
                <a:cubicBezTo>
                  <a:pt x="720" y="288"/>
                  <a:pt x="954" y="162"/>
                  <a:pt x="1152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1" name="Freeform 22">
            <a:extLst>
              <a:ext uri="{FF2B5EF4-FFF2-40B4-BE49-F238E27FC236}">
                <a16:creationId xmlns:a16="http://schemas.microsoft.com/office/drawing/2014/main" id="{C4FBBA04-EC1D-CA6E-77AE-C686F2B8813D}"/>
              </a:ext>
            </a:extLst>
          </p:cNvPr>
          <p:cNvSpPr>
            <a:spLocks noChangeAspect="1"/>
          </p:cNvSpPr>
          <p:nvPr/>
        </p:nvSpPr>
        <p:spPr bwMode="auto">
          <a:xfrm>
            <a:off x="-400686" y="584828"/>
            <a:ext cx="268326" cy="134309"/>
          </a:xfrm>
          <a:custGeom>
            <a:avLst/>
            <a:gdLst>
              <a:gd name="T0" fmla="*/ 0 w 576"/>
              <a:gd name="T1" fmla="*/ 0 h 288"/>
              <a:gd name="T2" fmla="*/ 0 w 576"/>
              <a:gd name="T3" fmla="*/ 288 h 288"/>
              <a:gd name="T4" fmla="*/ 576 w 576"/>
              <a:gd name="T5" fmla="*/ 144 h 288"/>
              <a:gd name="T6" fmla="*/ 0 w 576"/>
              <a:gd name="T7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288">
                <a:moveTo>
                  <a:pt x="0" y="0"/>
                </a:moveTo>
                <a:cubicBezTo>
                  <a:pt x="0" y="288"/>
                  <a:pt x="0" y="288"/>
                  <a:pt x="0" y="288"/>
                </a:cubicBezTo>
                <a:cubicBezTo>
                  <a:pt x="144" y="288"/>
                  <a:pt x="378" y="162"/>
                  <a:pt x="576" y="144"/>
                </a:cubicBezTo>
                <a:cubicBezTo>
                  <a:pt x="378" y="126"/>
                  <a:pt x="144" y="0"/>
                  <a:pt x="0" y="0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2" name="Freeform 23">
            <a:extLst>
              <a:ext uri="{FF2B5EF4-FFF2-40B4-BE49-F238E27FC236}">
                <a16:creationId xmlns:a16="http://schemas.microsoft.com/office/drawing/2014/main" id="{E43F96D4-98D7-F68D-9C2C-F2A6CEC72A5A}"/>
              </a:ext>
            </a:extLst>
          </p:cNvPr>
          <p:cNvSpPr>
            <a:spLocks noChangeAspect="1"/>
          </p:cNvSpPr>
          <p:nvPr/>
        </p:nvSpPr>
        <p:spPr bwMode="auto">
          <a:xfrm>
            <a:off x="-400686" y="719137"/>
            <a:ext cx="268326" cy="134017"/>
          </a:xfrm>
          <a:custGeom>
            <a:avLst/>
            <a:gdLst>
              <a:gd name="T0" fmla="*/ 0 w 576"/>
              <a:gd name="T1" fmla="*/ 0 h 288"/>
              <a:gd name="T2" fmla="*/ 0 w 576"/>
              <a:gd name="T3" fmla="*/ 288 h 288"/>
              <a:gd name="T4" fmla="*/ 576 w 576"/>
              <a:gd name="T5" fmla="*/ 144 h 288"/>
              <a:gd name="T6" fmla="*/ 0 w 576"/>
              <a:gd name="T7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288">
                <a:moveTo>
                  <a:pt x="0" y="0"/>
                </a:moveTo>
                <a:cubicBezTo>
                  <a:pt x="0" y="288"/>
                  <a:pt x="0" y="288"/>
                  <a:pt x="0" y="288"/>
                </a:cubicBezTo>
                <a:cubicBezTo>
                  <a:pt x="144" y="288"/>
                  <a:pt x="378" y="162"/>
                  <a:pt x="576" y="144"/>
                </a:cubicBezTo>
                <a:cubicBezTo>
                  <a:pt x="378" y="126"/>
                  <a:pt x="144" y="0"/>
                  <a:pt x="0" y="0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4" name="Freeform 25">
            <a:extLst>
              <a:ext uri="{FF2B5EF4-FFF2-40B4-BE49-F238E27FC236}">
                <a16:creationId xmlns:a16="http://schemas.microsoft.com/office/drawing/2014/main" id="{9D77F346-67E8-893C-0248-955786229E40}"/>
              </a:ext>
            </a:extLst>
          </p:cNvPr>
          <p:cNvSpPr>
            <a:spLocks noChangeAspect="1"/>
          </p:cNvSpPr>
          <p:nvPr/>
        </p:nvSpPr>
        <p:spPr bwMode="auto">
          <a:xfrm>
            <a:off x="-132360" y="853154"/>
            <a:ext cx="536360" cy="67155"/>
          </a:xfrm>
          <a:custGeom>
            <a:avLst/>
            <a:gdLst>
              <a:gd name="T0" fmla="*/ 0 w 1152"/>
              <a:gd name="T1" fmla="*/ 144 h 144"/>
              <a:gd name="T2" fmla="*/ 1152 w 1152"/>
              <a:gd name="T3" fmla="*/ 144 h 144"/>
              <a:gd name="T4" fmla="*/ 576 w 1152"/>
              <a:gd name="T5" fmla="*/ 0 h 144"/>
              <a:gd name="T6" fmla="*/ 0 w 1152"/>
              <a:gd name="T7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152" y="144"/>
                  <a:pt x="1152" y="144"/>
                  <a:pt x="1152" y="144"/>
                </a:cubicBezTo>
                <a:cubicBezTo>
                  <a:pt x="954" y="126"/>
                  <a:pt x="720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5" name="Freeform 26">
            <a:extLst>
              <a:ext uri="{FF2B5EF4-FFF2-40B4-BE49-F238E27FC236}">
                <a16:creationId xmlns:a16="http://schemas.microsoft.com/office/drawing/2014/main" id="{DF1BCC9B-24BE-F061-A184-3B1F777D6C01}"/>
              </a:ext>
            </a:extLst>
          </p:cNvPr>
          <p:cNvSpPr>
            <a:spLocks noChangeAspect="1"/>
          </p:cNvSpPr>
          <p:nvPr/>
        </p:nvSpPr>
        <p:spPr bwMode="auto">
          <a:xfrm>
            <a:off x="135674" y="786292"/>
            <a:ext cx="469498" cy="134017"/>
          </a:xfrm>
          <a:custGeom>
            <a:avLst/>
            <a:gdLst>
              <a:gd name="T0" fmla="*/ 1008 w 1008"/>
              <a:gd name="T1" fmla="*/ 116 h 288"/>
              <a:gd name="T2" fmla="*/ 576 w 1008"/>
              <a:gd name="T3" fmla="*/ 0 h 288"/>
              <a:gd name="T4" fmla="*/ 0 w 1008"/>
              <a:gd name="T5" fmla="*/ 144 h 288"/>
              <a:gd name="T6" fmla="*/ 576 w 1008"/>
              <a:gd name="T7" fmla="*/ 288 h 288"/>
              <a:gd name="T8" fmla="*/ 1008 w 1008"/>
              <a:gd name="T9" fmla="*/ 172 h 288"/>
              <a:gd name="T10" fmla="*/ 1008 w 1008"/>
              <a:gd name="T11" fmla="*/ 11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288">
                <a:moveTo>
                  <a:pt x="1008" y="116"/>
                </a:moveTo>
                <a:cubicBezTo>
                  <a:pt x="849" y="74"/>
                  <a:pt x="686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ubicBezTo>
                  <a:pt x="216" y="162"/>
                  <a:pt x="432" y="288"/>
                  <a:pt x="576" y="288"/>
                </a:cubicBezTo>
                <a:cubicBezTo>
                  <a:pt x="686" y="288"/>
                  <a:pt x="849" y="214"/>
                  <a:pt x="1008" y="172"/>
                </a:cubicBezTo>
                <a:lnTo>
                  <a:pt x="1008" y="116"/>
                </a:ln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6" name="Freeform 27">
            <a:extLst>
              <a:ext uri="{FF2B5EF4-FFF2-40B4-BE49-F238E27FC236}">
                <a16:creationId xmlns:a16="http://schemas.microsoft.com/office/drawing/2014/main" id="{0B852C16-16B3-988C-D56B-C8CDD0661FE4}"/>
              </a:ext>
            </a:extLst>
          </p:cNvPr>
          <p:cNvSpPr>
            <a:spLocks noChangeAspect="1"/>
          </p:cNvSpPr>
          <p:nvPr/>
        </p:nvSpPr>
        <p:spPr bwMode="auto">
          <a:xfrm>
            <a:off x="404001" y="597674"/>
            <a:ext cx="201172" cy="108907"/>
          </a:xfrm>
          <a:custGeom>
            <a:avLst/>
            <a:gdLst>
              <a:gd name="T0" fmla="*/ 0 w 432"/>
              <a:gd name="T1" fmla="*/ 117 h 234"/>
              <a:gd name="T2" fmla="*/ 432 w 432"/>
              <a:gd name="T3" fmla="*/ 234 h 234"/>
              <a:gd name="T4" fmla="*/ 432 w 432"/>
              <a:gd name="T5" fmla="*/ 0 h 234"/>
              <a:gd name="T6" fmla="*/ 0 w 432"/>
              <a:gd name="T7" fmla="*/ 11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234">
                <a:moveTo>
                  <a:pt x="0" y="117"/>
                </a:moveTo>
                <a:cubicBezTo>
                  <a:pt x="152" y="130"/>
                  <a:pt x="305" y="196"/>
                  <a:pt x="432" y="234"/>
                </a:cubicBezTo>
                <a:cubicBezTo>
                  <a:pt x="432" y="0"/>
                  <a:pt x="432" y="0"/>
                  <a:pt x="432" y="0"/>
                </a:cubicBezTo>
                <a:cubicBezTo>
                  <a:pt x="305" y="38"/>
                  <a:pt x="152" y="104"/>
                  <a:pt x="0" y="117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7" name="Freeform 28">
            <a:extLst>
              <a:ext uri="{FF2B5EF4-FFF2-40B4-BE49-F238E27FC236}">
                <a16:creationId xmlns:a16="http://schemas.microsoft.com/office/drawing/2014/main" id="{0CDA475E-3D6D-F971-7926-DB6F090667C2}"/>
              </a:ext>
            </a:extLst>
          </p:cNvPr>
          <p:cNvSpPr>
            <a:spLocks noChangeAspect="1"/>
          </p:cNvSpPr>
          <p:nvPr/>
        </p:nvSpPr>
        <p:spPr bwMode="auto">
          <a:xfrm>
            <a:off x="404001" y="731692"/>
            <a:ext cx="201172" cy="108907"/>
          </a:xfrm>
          <a:custGeom>
            <a:avLst/>
            <a:gdLst>
              <a:gd name="T0" fmla="*/ 0 w 432"/>
              <a:gd name="T1" fmla="*/ 117 h 234"/>
              <a:gd name="T2" fmla="*/ 432 w 432"/>
              <a:gd name="T3" fmla="*/ 234 h 234"/>
              <a:gd name="T4" fmla="*/ 432 w 432"/>
              <a:gd name="T5" fmla="*/ 0 h 234"/>
              <a:gd name="T6" fmla="*/ 0 w 432"/>
              <a:gd name="T7" fmla="*/ 11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234">
                <a:moveTo>
                  <a:pt x="0" y="117"/>
                </a:moveTo>
                <a:cubicBezTo>
                  <a:pt x="152" y="130"/>
                  <a:pt x="305" y="196"/>
                  <a:pt x="432" y="234"/>
                </a:cubicBezTo>
                <a:cubicBezTo>
                  <a:pt x="432" y="0"/>
                  <a:pt x="432" y="0"/>
                  <a:pt x="432" y="0"/>
                </a:cubicBezTo>
                <a:cubicBezTo>
                  <a:pt x="305" y="38"/>
                  <a:pt x="152" y="104"/>
                  <a:pt x="0" y="117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8" name="Freeform 29">
            <a:extLst>
              <a:ext uri="{FF2B5EF4-FFF2-40B4-BE49-F238E27FC236}">
                <a16:creationId xmlns:a16="http://schemas.microsoft.com/office/drawing/2014/main" id="{5F8CCFDD-A2F6-AC55-BD7A-EA4DA36FB31E}"/>
              </a:ext>
            </a:extLst>
          </p:cNvPr>
          <p:cNvSpPr>
            <a:spLocks noChangeAspect="1"/>
          </p:cNvSpPr>
          <p:nvPr/>
        </p:nvSpPr>
        <p:spPr bwMode="auto">
          <a:xfrm>
            <a:off x="404001" y="866000"/>
            <a:ext cx="201172" cy="54308"/>
          </a:xfrm>
          <a:custGeom>
            <a:avLst/>
            <a:gdLst>
              <a:gd name="T0" fmla="*/ 432 w 432"/>
              <a:gd name="T1" fmla="*/ 0 h 117"/>
              <a:gd name="T2" fmla="*/ 0 w 432"/>
              <a:gd name="T3" fmla="*/ 117 h 117"/>
              <a:gd name="T4" fmla="*/ 432 w 432"/>
              <a:gd name="T5" fmla="*/ 117 h 117"/>
              <a:gd name="T6" fmla="*/ 432 w 432"/>
              <a:gd name="T7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117">
                <a:moveTo>
                  <a:pt x="432" y="0"/>
                </a:moveTo>
                <a:cubicBezTo>
                  <a:pt x="305" y="38"/>
                  <a:pt x="152" y="104"/>
                  <a:pt x="0" y="117"/>
                </a:cubicBezTo>
                <a:cubicBezTo>
                  <a:pt x="432" y="117"/>
                  <a:pt x="432" y="117"/>
                  <a:pt x="432" y="117"/>
                </a:cubicBezTo>
                <a:lnTo>
                  <a:pt x="432" y="0"/>
                </a:ln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69" name="Freeform 30">
            <a:extLst>
              <a:ext uri="{FF2B5EF4-FFF2-40B4-BE49-F238E27FC236}">
                <a16:creationId xmlns:a16="http://schemas.microsoft.com/office/drawing/2014/main" id="{A436DF32-1D04-AB6F-4884-5374FFAFE788}"/>
              </a:ext>
            </a:extLst>
          </p:cNvPr>
          <p:cNvSpPr>
            <a:spLocks noChangeAspect="1"/>
          </p:cNvSpPr>
          <p:nvPr/>
        </p:nvSpPr>
        <p:spPr bwMode="auto">
          <a:xfrm>
            <a:off x="-400686" y="316501"/>
            <a:ext cx="268326" cy="134309"/>
          </a:xfrm>
          <a:custGeom>
            <a:avLst/>
            <a:gdLst>
              <a:gd name="T0" fmla="*/ 0 w 576"/>
              <a:gd name="T1" fmla="*/ 0 h 288"/>
              <a:gd name="T2" fmla="*/ 0 w 576"/>
              <a:gd name="T3" fmla="*/ 288 h 288"/>
              <a:gd name="T4" fmla="*/ 576 w 576"/>
              <a:gd name="T5" fmla="*/ 144 h 288"/>
              <a:gd name="T6" fmla="*/ 0 w 576"/>
              <a:gd name="T7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288">
                <a:moveTo>
                  <a:pt x="0" y="0"/>
                </a:moveTo>
                <a:cubicBezTo>
                  <a:pt x="0" y="288"/>
                  <a:pt x="0" y="288"/>
                  <a:pt x="0" y="288"/>
                </a:cubicBezTo>
                <a:cubicBezTo>
                  <a:pt x="144" y="288"/>
                  <a:pt x="378" y="162"/>
                  <a:pt x="576" y="144"/>
                </a:cubicBezTo>
                <a:cubicBezTo>
                  <a:pt x="378" y="126"/>
                  <a:pt x="144" y="0"/>
                  <a:pt x="0" y="0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72" name="Freeform 33">
            <a:extLst>
              <a:ext uri="{FF2B5EF4-FFF2-40B4-BE49-F238E27FC236}">
                <a16:creationId xmlns:a16="http://schemas.microsoft.com/office/drawing/2014/main" id="{CE54A0BB-0EF0-987A-F4B3-66B835AC1908}"/>
              </a:ext>
            </a:extLst>
          </p:cNvPr>
          <p:cNvSpPr>
            <a:spLocks noChangeAspect="1"/>
          </p:cNvSpPr>
          <p:nvPr/>
        </p:nvSpPr>
        <p:spPr bwMode="auto">
          <a:xfrm>
            <a:off x="135674" y="249638"/>
            <a:ext cx="469498" cy="134017"/>
          </a:xfrm>
          <a:custGeom>
            <a:avLst/>
            <a:gdLst>
              <a:gd name="T0" fmla="*/ 576 w 1008"/>
              <a:gd name="T1" fmla="*/ 288 h 288"/>
              <a:gd name="T2" fmla="*/ 1008 w 1008"/>
              <a:gd name="T3" fmla="*/ 172 h 288"/>
              <a:gd name="T4" fmla="*/ 1008 w 1008"/>
              <a:gd name="T5" fmla="*/ 116 h 288"/>
              <a:gd name="T6" fmla="*/ 576 w 1008"/>
              <a:gd name="T7" fmla="*/ 0 h 288"/>
              <a:gd name="T8" fmla="*/ 0 w 1008"/>
              <a:gd name="T9" fmla="*/ 144 h 288"/>
              <a:gd name="T10" fmla="*/ 576 w 1008"/>
              <a:gd name="T11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288">
                <a:moveTo>
                  <a:pt x="576" y="288"/>
                </a:moveTo>
                <a:cubicBezTo>
                  <a:pt x="686" y="288"/>
                  <a:pt x="849" y="214"/>
                  <a:pt x="1008" y="172"/>
                </a:cubicBezTo>
                <a:cubicBezTo>
                  <a:pt x="1008" y="116"/>
                  <a:pt x="1008" y="116"/>
                  <a:pt x="1008" y="116"/>
                </a:cubicBezTo>
                <a:cubicBezTo>
                  <a:pt x="849" y="74"/>
                  <a:pt x="686" y="0"/>
                  <a:pt x="576" y="0"/>
                </a:cubicBezTo>
                <a:cubicBezTo>
                  <a:pt x="432" y="0"/>
                  <a:pt x="216" y="126"/>
                  <a:pt x="0" y="144"/>
                </a:cubicBezTo>
                <a:cubicBezTo>
                  <a:pt x="216" y="162"/>
                  <a:pt x="432" y="288"/>
                  <a:pt x="576" y="288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73" name="Freeform 34">
            <a:extLst>
              <a:ext uri="{FF2B5EF4-FFF2-40B4-BE49-F238E27FC236}">
                <a16:creationId xmlns:a16="http://schemas.microsoft.com/office/drawing/2014/main" id="{6EBAAE65-D4C7-E572-B217-B18789593A3C}"/>
              </a:ext>
            </a:extLst>
          </p:cNvPr>
          <p:cNvSpPr>
            <a:spLocks noChangeAspect="1"/>
          </p:cNvSpPr>
          <p:nvPr/>
        </p:nvSpPr>
        <p:spPr bwMode="auto">
          <a:xfrm>
            <a:off x="404001" y="249637"/>
            <a:ext cx="201172" cy="54308"/>
          </a:xfrm>
          <a:custGeom>
            <a:avLst/>
            <a:gdLst>
              <a:gd name="T0" fmla="*/ 0 w 432"/>
              <a:gd name="T1" fmla="*/ 0 h 117"/>
              <a:gd name="T2" fmla="*/ 432 w 432"/>
              <a:gd name="T3" fmla="*/ 117 h 117"/>
              <a:gd name="T4" fmla="*/ 432 w 432"/>
              <a:gd name="T5" fmla="*/ 0 h 117"/>
              <a:gd name="T6" fmla="*/ 0 w 432"/>
              <a:gd name="T7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117">
                <a:moveTo>
                  <a:pt x="0" y="0"/>
                </a:moveTo>
                <a:cubicBezTo>
                  <a:pt x="152" y="13"/>
                  <a:pt x="305" y="79"/>
                  <a:pt x="432" y="117"/>
                </a:cubicBezTo>
                <a:cubicBezTo>
                  <a:pt x="432" y="0"/>
                  <a:pt x="432" y="0"/>
                  <a:pt x="43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74" name="Freeform 35">
            <a:extLst>
              <a:ext uri="{FF2B5EF4-FFF2-40B4-BE49-F238E27FC236}">
                <a16:creationId xmlns:a16="http://schemas.microsoft.com/office/drawing/2014/main" id="{0E021FE1-1CAD-033E-8272-4DE75F2CB90A}"/>
              </a:ext>
            </a:extLst>
          </p:cNvPr>
          <p:cNvSpPr>
            <a:spLocks noChangeAspect="1"/>
          </p:cNvSpPr>
          <p:nvPr/>
        </p:nvSpPr>
        <p:spPr bwMode="auto">
          <a:xfrm>
            <a:off x="-400686" y="853154"/>
            <a:ext cx="268326" cy="67155"/>
          </a:xfrm>
          <a:custGeom>
            <a:avLst/>
            <a:gdLst>
              <a:gd name="T0" fmla="*/ 0 w 576"/>
              <a:gd name="T1" fmla="*/ 144 h 144"/>
              <a:gd name="T2" fmla="*/ 576 w 576"/>
              <a:gd name="T3" fmla="*/ 144 h 144"/>
              <a:gd name="T4" fmla="*/ 0 w 576"/>
              <a:gd name="T5" fmla="*/ 0 h 144"/>
              <a:gd name="T6" fmla="*/ 0 w 576"/>
              <a:gd name="T7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144">
                <a:moveTo>
                  <a:pt x="0" y="144"/>
                </a:moveTo>
                <a:cubicBezTo>
                  <a:pt x="576" y="144"/>
                  <a:pt x="576" y="144"/>
                  <a:pt x="576" y="144"/>
                </a:cubicBezTo>
                <a:cubicBezTo>
                  <a:pt x="378" y="126"/>
                  <a:pt x="144" y="0"/>
                  <a:pt x="0" y="0"/>
                </a:cubicBezTo>
                <a:lnTo>
                  <a:pt x="0" y="144"/>
                </a:ln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75" name="Freeform 36">
            <a:extLst>
              <a:ext uri="{FF2B5EF4-FFF2-40B4-BE49-F238E27FC236}">
                <a16:creationId xmlns:a16="http://schemas.microsoft.com/office/drawing/2014/main" id="{77F543D4-8B24-C9B3-9812-15C8E980DFDE}"/>
              </a:ext>
            </a:extLst>
          </p:cNvPr>
          <p:cNvSpPr>
            <a:spLocks noChangeAspect="1"/>
          </p:cNvSpPr>
          <p:nvPr/>
        </p:nvSpPr>
        <p:spPr bwMode="auto">
          <a:xfrm>
            <a:off x="404001" y="329348"/>
            <a:ext cx="201172" cy="108907"/>
          </a:xfrm>
          <a:custGeom>
            <a:avLst/>
            <a:gdLst>
              <a:gd name="T0" fmla="*/ 0 w 432"/>
              <a:gd name="T1" fmla="*/ 117 h 234"/>
              <a:gd name="T2" fmla="*/ 432 w 432"/>
              <a:gd name="T3" fmla="*/ 234 h 234"/>
              <a:gd name="T4" fmla="*/ 432 w 432"/>
              <a:gd name="T5" fmla="*/ 0 h 234"/>
              <a:gd name="T6" fmla="*/ 0 w 432"/>
              <a:gd name="T7" fmla="*/ 11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234">
                <a:moveTo>
                  <a:pt x="0" y="117"/>
                </a:moveTo>
                <a:cubicBezTo>
                  <a:pt x="152" y="130"/>
                  <a:pt x="305" y="196"/>
                  <a:pt x="432" y="234"/>
                </a:cubicBezTo>
                <a:cubicBezTo>
                  <a:pt x="432" y="0"/>
                  <a:pt x="432" y="0"/>
                  <a:pt x="432" y="0"/>
                </a:cubicBezTo>
                <a:cubicBezTo>
                  <a:pt x="305" y="38"/>
                  <a:pt x="152" y="104"/>
                  <a:pt x="0" y="117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76" name="Freeform 37">
            <a:extLst>
              <a:ext uri="{FF2B5EF4-FFF2-40B4-BE49-F238E27FC236}">
                <a16:creationId xmlns:a16="http://schemas.microsoft.com/office/drawing/2014/main" id="{BEC1500D-0046-A1D4-14B3-76CAF73B69F7}"/>
              </a:ext>
            </a:extLst>
          </p:cNvPr>
          <p:cNvSpPr>
            <a:spLocks noChangeAspect="1"/>
          </p:cNvSpPr>
          <p:nvPr/>
        </p:nvSpPr>
        <p:spPr bwMode="auto">
          <a:xfrm>
            <a:off x="404001" y="463365"/>
            <a:ext cx="201172" cy="108907"/>
          </a:xfrm>
          <a:custGeom>
            <a:avLst/>
            <a:gdLst>
              <a:gd name="T0" fmla="*/ 0 w 432"/>
              <a:gd name="T1" fmla="*/ 117 h 234"/>
              <a:gd name="T2" fmla="*/ 432 w 432"/>
              <a:gd name="T3" fmla="*/ 234 h 234"/>
              <a:gd name="T4" fmla="*/ 432 w 432"/>
              <a:gd name="T5" fmla="*/ 0 h 234"/>
              <a:gd name="T6" fmla="*/ 0 w 432"/>
              <a:gd name="T7" fmla="*/ 11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234">
                <a:moveTo>
                  <a:pt x="0" y="117"/>
                </a:moveTo>
                <a:cubicBezTo>
                  <a:pt x="152" y="130"/>
                  <a:pt x="305" y="196"/>
                  <a:pt x="432" y="234"/>
                </a:cubicBezTo>
                <a:cubicBezTo>
                  <a:pt x="432" y="0"/>
                  <a:pt x="432" y="0"/>
                  <a:pt x="432" y="0"/>
                </a:cubicBezTo>
                <a:cubicBezTo>
                  <a:pt x="305" y="38"/>
                  <a:pt x="152" y="104"/>
                  <a:pt x="0" y="117"/>
                </a:cubicBezTo>
                <a:close/>
              </a:path>
            </a:pathLst>
          </a:custGeom>
          <a:solidFill>
            <a:srgbClr val="FFF5EE"/>
          </a:solidFill>
          <a:ln w="6350" cap="flat">
            <a:solidFill>
              <a:srgbClr val="FF66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77" name="Oval 38">
            <a:extLst>
              <a:ext uri="{FF2B5EF4-FFF2-40B4-BE49-F238E27FC236}">
                <a16:creationId xmlns:a16="http://schemas.microsoft.com/office/drawing/2014/main" id="{588CEE7F-6F52-9276-DE96-E22D1BF6D9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205938" y="696655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8" name="Oval 39">
            <a:extLst>
              <a:ext uri="{FF2B5EF4-FFF2-40B4-BE49-F238E27FC236}">
                <a16:creationId xmlns:a16="http://schemas.microsoft.com/office/drawing/2014/main" id="{809BD032-E187-EC6E-C0C7-9B02A2914B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205938" y="830380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9" name="Oval 40">
            <a:extLst>
              <a:ext uri="{FF2B5EF4-FFF2-40B4-BE49-F238E27FC236}">
                <a16:creationId xmlns:a16="http://schemas.microsoft.com/office/drawing/2014/main" id="{63ADAD8A-2709-ABF0-D675-C20F8D5CFE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205938" y="563221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0" name="Oval 41">
            <a:extLst>
              <a:ext uri="{FF2B5EF4-FFF2-40B4-BE49-F238E27FC236}">
                <a16:creationId xmlns:a16="http://schemas.microsoft.com/office/drawing/2014/main" id="{61E099BF-4447-B708-A02A-F59E1C8FF6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205938" y="429496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2" name="Oval 43">
            <a:extLst>
              <a:ext uri="{FF2B5EF4-FFF2-40B4-BE49-F238E27FC236}">
                <a16:creationId xmlns:a16="http://schemas.microsoft.com/office/drawing/2014/main" id="{88E85932-6AF4-690E-CA6E-EDE5F6F1BC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45" y="761474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3" name="Oval 44">
            <a:extLst>
              <a:ext uri="{FF2B5EF4-FFF2-40B4-BE49-F238E27FC236}">
                <a16:creationId xmlns:a16="http://schemas.microsoft.com/office/drawing/2014/main" id="{DEA09759-15A8-1841-B738-64C0090E64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45" y="628040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" name="Oval 45">
            <a:extLst>
              <a:ext uri="{FF2B5EF4-FFF2-40B4-BE49-F238E27FC236}">
                <a16:creationId xmlns:a16="http://schemas.microsoft.com/office/drawing/2014/main" id="{1FE58747-EADA-4486-4569-DE23A98422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45" y="494315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5" name="Oval 46">
            <a:extLst>
              <a:ext uri="{FF2B5EF4-FFF2-40B4-BE49-F238E27FC236}">
                <a16:creationId xmlns:a16="http://schemas.microsoft.com/office/drawing/2014/main" id="{741C8AF8-2F3E-8FB5-76FC-3585A6F899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45" y="360881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6" name="Oval 47">
            <a:extLst>
              <a:ext uri="{FF2B5EF4-FFF2-40B4-BE49-F238E27FC236}">
                <a16:creationId xmlns:a16="http://schemas.microsoft.com/office/drawing/2014/main" id="{60448DD3-3724-C99E-0DEC-A5E8E6E64F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380" y="698407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7" name="Oval 48">
            <a:extLst>
              <a:ext uri="{FF2B5EF4-FFF2-40B4-BE49-F238E27FC236}">
                <a16:creationId xmlns:a16="http://schemas.microsoft.com/office/drawing/2014/main" id="{8CA26D76-1BFB-0540-5508-6785E6E256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380" y="832132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8" name="Oval 49">
            <a:extLst>
              <a:ext uri="{FF2B5EF4-FFF2-40B4-BE49-F238E27FC236}">
                <a16:creationId xmlns:a16="http://schemas.microsoft.com/office/drawing/2014/main" id="{1616CA9A-270A-20EF-3015-537177D706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380" y="564973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9" name="Oval 50">
            <a:extLst>
              <a:ext uri="{FF2B5EF4-FFF2-40B4-BE49-F238E27FC236}">
                <a16:creationId xmlns:a16="http://schemas.microsoft.com/office/drawing/2014/main" id="{8605DC90-7CBA-3728-4ADA-1C159F72A9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380" y="431248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0" name="Oval 51">
            <a:extLst>
              <a:ext uri="{FF2B5EF4-FFF2-40B4-BE49-F238E27FC236}">
                <a16:creationId xmlns:a16="http://schemas.microsoft.com/office/drawing/2014/main" id="{0AB601CC-0B0D-4686-2F16-92FAC623F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380" y="297814"/>
            <a:ext cx="140149" cy="42045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1" name="Freeform 52">
            <a:extLst>
              <a:ext uri="{FF2B5EF4-FFF2-40B4-BE49-F238E27FC236}">
                <a16:creationId xmlns:a16="http://schemas.microsoft.com/office/drawing/2014/main" id="{0C30D0C0-7287-2720-6077-A023EE8CC442}"/>
              </a:ext>
            </a:extLst>
          </p:cNvPr>
          <p:cNvSpPr>
            <a:spLocks noChangeAspect="1"/>
          </p:cNvSpPr>
          <p:nvPr/>
        </p:nvSpPr>
        <p:spPr bwMode="auto">
          <a:xfrm>
            <a:off x="535098" y="360880"/>
            <a:ext cx="70366" cy="48760"/>
          </a:xfrm>
          <a:custGeom>
            <a:avLst/>
            <a:gdLst>
              <a:gd name="T0" fmla="*/ 0 w 102"/>
              <a:gd name="T1" fmla="*/ 35 h 71"/>
              <a:gd name="T2" fmla="*/ 102 w 102"/>
              <a:gd name="T3" fmla="*/ 71 h 71"/>
              <a:gd name="T4" fmla="*/ 102 w 102"/>
              <a:gd name="T5" fmla="*/ 0 h 71"/>
              <a:gd name="T6" fmla="*/ 0 w 102"/>
              <a:gd name="T7" fmla="*/ 35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2" h="71">
                <a:moveTo>
                  <a:pt x="0" y="35"/>
                </a:moveTo>
                <a:cubicBezTo>
                  <a:pt x="0" y="53"/>
                  <a:pt x="44" y="68"/>
                  <a:pt x="102" y="71"/>
                </a:cubicBezTo>
                <a:cubicBezTo>
                  <a:pt x="102" y="0"/>
                  <a:pt x="102" y="0"/>
                  <a:pt x="102" y="0"/>
                </a:cubicBezTo>
                <a:cubicBezTo>
                  <a:pt x="44" y="2"/>
                  <a:pt x="0" y="17"/>
                  <a:pt x="0" y="35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2" name="Freeform 53">
            <a:extLst>
              <a:ext uri="{FF2B5EF4-FFF2-40B4-BE49-F238E27FC236}">
                <a16:creationId xmlns:a16="http://schemas.microsoft.com/office/drawing/2014/main" id="{173FD1CD-9DD2-37A4-0D87-50CE2DCDEA70}"/>
              </a:ext>
            </a:extLst>
          </p:cNvPr>
          <p:cNvSpPr>
            <a:spLocks noChangeAspect="1"/>
          </p:cNvSpPr>
          <p:nvPr/>
        </p:nvSpPr>
        <p:spPr bwMode="auto">
          <a:xfrm>
            <a:off x="-398642" y="360880"/>
            <a:ext cx="87301" cy="45548"/>
          </a:xfrm>
          <a:custGeom>
            <a:avLst/>
            <a:gdLst>
              <a:gd name="T0" fmla="*/ 18 w 138"/>
              <a:gd name="T1" fmla="*/ 0 h 72"/>
              <a:gd name="T2" fmla="*/ 0 w 138"/>
              <a:gd name="T3" fmla="*/ 1 h 72"/>
              <a:gd name="T4" fmla="*/ 0 w 138"/>
              <a:gd name="T5" fmla="*/ 72 h 72"/>
              <a:gd name="T6" fmla="*/ 18 w 138"/>
              <a:gd name="T7" fmla="*/ 72 h 72"/>
              <a:gd name="T8" fmla="*/ 138 w 138"/>
              <a:gd name="T9" fmla="*/ 36 h 72"/>
              <a:gd name="T10" fmla="*/ 18 w 138"/>
              <a:gd name="T11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8" h="72">
                <a:moveTo>
                  <a:pt x="18" y="0"/>
                </a:moveTo>
                <a:cubicBezTo>
                  <a:pt x="12" y="0"/>
                  <a:pt x="6" y="1"/>
                  <a:pt x="0" y="1"/>
                </a:cubicBezTo>
                <a:cubicBezTo>
                  <a:pt x="0" y="72"/>
                  <a:pt x="0" y="72"/>
                  <a:pt x="0" y="72"/>
                </a:cubicBezTo>
                <a:cubicBezTo>
                  <a:pt x="6" y="72"/>
                  <a:pt x="12" y="72"/>
                  <a:pt x="18" y="72"/>
                </a:cubicBezTo>
                <a:cubicBezTo>
                  <a:pt x="84" y="72"/>
                  <a:pt x="138" y="56"/>
                  <a:pt x="138" y="36"/>
                </a:cubicBezTo>
                <a:cubicBezTo>
                  <a:pt x="138" y="17"/>
                  <a:pt x="84" y="0"/>
                  <a:pt x="18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3" name="Freeform 54">
            <a:extLst>
              <a:ext uri="{FF2B5EF4-FFF2-40B4-BE49-F238E27FC236}">
                <a16:creationId xmlns:a16="http://schemas.microsoft.com/office/drawing/2014/main" id="{80EBC50B-D4E5-4181-4E9F-01D5DC5ECAB4}"/>
              </a:ext>
            </a:extLst>
          </p:cNvPr>
          <p:cNvSpPr>
            <a:spLocks noChangeAspect="1"/>
          </p:cNvSpPr>
          <p:nvPr/>
        </p:nvSpPr>
        <p:spPr bwMode="auto">
          <a:xfrm>
            <a:off x="-398642" y="763808"/>
            <a:ext cx="87301" cy="45548"/>
          </a:xfrm>
          <a:custGeom>
            <a:avLst/>
            <a:gdLst>
              <a:gd name="T0" fmla="*/ 18 w 138"/>
              <a:gd name="T1" fmla="*/ 0 h 72"/>
              <a:gd name="T2" fmla="*/ 0 w 138"/>
              <a:gd name="T3" fmla="*/ 1 h 72"/>
              <a:gd name="T4" fmla="*/ 0 w 138"/>
              <a:gd name="T5" fmla="*/ 72 h 72"/>
              <a:gd name="T6" fmla="*/ 18 w 138"/>
              <a:gd name="T7" fmla="*/ 72 h 72"/>
              <a:gd name="T8" fmla="*/ 138 w 138"/>
              <a:gd name="T9" fmla="*/ 36 h 72"/>
              <a:gd name="T10" fmla="*/ 18 w 138"/>
              <a:gd name="T11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8" h="72">
                <a:moveTo>
                  <a:pt x="18" y="0"/>
                </a:moveTo>
                <a:cubicBezTo>
                  <a:pt x="12" y="0"/>
                  <a:pt x="6" y="1"/>
                  <a:pt x="0" y="1"/>
                </a:cubicBezTo>
                <a:cubicBezTo>
                  <a:pt x="0" y="72"/>
                  <a:pt x="0" y="72"/>
                  <a:pt x="0" y="72"/>
                </a:cubicBezTo>
                <a:cubicBezTo>
                  <a:pt x="6" y="72"/>
                  <a:pt x="12" y="72"/>
                  <a:pt x="18" y="72"/>
                </a:cubicBezTo>
                <a:cubicBezTo>
                  <a:pt x="84" y="72"/>
                  <a:pt x="138" y="56"/>
                  <a:pt x="138" y="36"/>
                </a:cubicBezTo>
                <a:cubicBezTo>
                  <a:pt x="138" y="17"/>
                  <a:pt x="84" y="0"/>
                  <a:pt x="18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" name="Freeform 55">
            <a:extLst>
              <a:ext uri="{FF2B5EF4-FFF2-40B4-BE49-F238E27FC236}">
                <a16:creationId xmlns:a16="http://schemas.microsoft.com/office/drawing/2014/main" id="{517C342C-D53F-5D62-6453-9B2ECA89BBD1}"/>
              </a:ext>
            </a:extLst>
          </p:cNvPr>
          <p:cNvSpPr>
            <a:spLocks noChangeAspect="1"/>
          </p:cNvSpPr>
          <p:nvPr/>
        </p:nvSpPr>
        <p:spPr bwMode="auto">
          <a:xfrm>
            <a:off x="-398642" y="632419"/>
            <a:ext cx="87301" cy="45548"/>
          </a:xfrm>
          <a:custGeom>
            <a:avLst/>
            <a:gdLst>
              <a:gd name="T0" fmla="*/ 18 w 138"/>
              <a:gd name="T1" fmla="*/ 0 h 72"/>
              <a:gd name="T2" fmla="*/ 0 w 138"/>
              <a:gd name="T3" fmla="*/ 1 h 72"/>
              <a:gd name="T4" fmla="*/ 0 w 138"/>
              <a:gd name="T5" fmla="*/ 72 h 72"/>
              <a:gd name="T6" fmla="*/ 18 w 138"/>
              <a:gd name="T7" fmla="*/ 72 h 72"/>
              <a:gd name="T8" fmla="*/ 138 w 138"/>
              <a:gd name="T9" fmla="*/ 36 h 72"/>
              <a:gd name="T10" fmla="*/ 18 w 138"/>
              <a:gd name="T11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8" h="72">
                <a:moveTo>
                  <a:pt x="18" y="0"/>
                </a:moveTo>
                <a:cubicBezTo>
                  <a:pt x="12" y="0"/>
                  <a:pt x="6" y="1"/>
                  <a:pt x="0" y="1"/>
                </a:cubicBezTo>
                <a:cubicBezTo>
                  <a:pt x="0" y="72"/>
                  <a:pt x="0" y="72"/>
                  <a:pt x="0" y="72"/>
                </a:cubicBezTo>
                <a:cubicBezTo>
                  <a:pt x="6" y="72"/>
                  <a:pt x="12" y="72"/>
                  <a:pt x="18" y="72"/>
                </a:cubicBezTo>
                <a:cubicBezTo>
                  <a:pt x="84" y="72"/>
                  <a:pt x="138" y="56"/>
                  <a:pt x="138" y="36"/>
                </a:cubicBezTo>
                <a:cubicBezTo>
                  <a:pt x="138" y="17"/>
                  <a:pt x="84" y="0"/>
                  <a:pt x="18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" name="Freeform 56">
            <a:extLst>
              <a:ext uri="{FF2B5EF4-FFF2-40B4-BE49-F238E27FC236}">
                <a16:creationId xmlns:a16="http://schemas.microsoft.com/office/drawing/2014/main" id="{B943AA4E-0097-CC00-1CBA-6C851CAD033C}"/>
              </a:ext>
            </a:extLst>
          </p:cNvPr>
          <p:cNvSpPr>
            <a:spLocks noChangeAspect="1"/>
          </p:cNvSpPr>
          <p:nvPr/>
        </p:nvSpPr>
        <p:spPr bwMode="auto">
          <a:xfrm>
            <a:off x="-398642" y="497525"/>
            <a:ext cx="87301" cy="45548"/>
          </a:xfrm>
          <a:custGeom>
            <a:avLst/>
            <a:gdLst>
              <a:gd name="T0" fmla="*/ 18 w 138"/>
              <a:gd name="T1" fmla="*/ 0 h 72"/>
              <a:gd name="T2" fmla="*/ 0 w 138"/>
              <a:gd name="T3" fmla="*/ 1 h 72"/>
              <a:gd name="T4" fmla="*/ 0 w 138"/>
              <a:gd name="T5" fmla="*/ 72 h 72"/>
              <a:gd name="T6" fmla="*/ 18 w 138"/>
              <a:gd name="T7" fmla="*/ 72 h 72"/>
              <a:gd name="T8" fmla="*/ 138 w 138"/>
              <a:gd name="T9" fmla="*/ 36 h 72"/>
              <a:gd name="T10" fmla="*/ 18 w 138"/>
              <a:gd name="T11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8" h="72">
                <a:moveTo>
                  <a:pt x="18" y="0"/>
                </a:moveTo>
                <a:cubicBezTo>
                  <a:pt x="12" y="0"/>
                  <a:pt x="6" y="1"/>
                  <a:pt x="0" y="1"/>
                </a:cubicBezTo>
                <a:cubicBezTo>
                  <a:pt x="0" y="72"/>
                  <a:pt x="0" y="72"/>
                  <a:pt x="0" y="72"/>
                </a:cubicBezTo>
                <a:cubicBezTo>
                  <a:pt x="6" y="72"/>
                  <a:pt x="12" y="72"/>
                  <a:pt x="18" y="72"/>
                </a:cubicBezTo>
                <a:cubicBezTo>
                  <a:pt x="84" y="72"/>
                  <a:pt x="138" y="56"/>
                  <a:pt x="138" y="36"/>
                </a:cubicBezTo>
                <a:cubicBezTo>
                  <a:pt x="138" y="17"/>
                  <a:pt x="84" y="0"/>
                  <a:pt x="18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6" name="Freeform 57">
            <a:extLst>
              <a:ext uri="{FF2B5EF4-FFF2-40B4-BE49-F238E27FC236}">
                <a16:creationId xmlns:a16="http://schemas.microsoft.com/office/drawing/2014/main" id="{4C3E7DC9-EB7B-19BC-F01A-C7C3B4191BCE}"/>
              </a:ext>
            </a:extLst>
          </p:cNvPr>
          <p:cNvSpPr>
            <a:spLocks noChangeAspect="1"/>
          </p:cNvSpPr>
          <p:nvPr/>
        </p:nvSpPr>
        <p:spPr bwMode="auto">
          <a:xfrm>
            <a:off x="536850" y="765560"/>
            <a:ext cx="70366" cy="48760"/>
          </a:xfrm>
          <a:custGeom>
            <a:avLst/>
            <a:gdLst>
              <a:gd name="T0" fmla="*/ 0 w 102"/>
              <a:gd name="T1" fmla="*/ 35 h 71"/>
              <a:gd name="T2" fmla="*/ 102 w 102"/>
              <a:gd name="T3" fmla="*/ 71 h 71"/>
              <a:gd name="T4" fmla="*/ 102 w 102"/>
              <a:gd name="T5" fmla="*/ 0 h 71"/>
              <a:gd name="T6" fmla="*/ 0 w 102"/>
              <a:gd name="T7" fmla="*/ 35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2" h="71">
                <a:moveTo>
                  <a:pt x="0" y="35"/>
                </a:moveTo>
                <a:cubicBezTo>
                  <a:pt x="0" y="53"/>
                  <a:pt x="44" y="68"/>
                  <a:pt x="102" y="71"/>
                </a:cubicBezTo>
                <a:cubicBezTo>
                  <a:pt x="102" y="0"/>
                  <a:pt x="102" y="0"/>
                  <a:pt x="102" y="0"/>
                </a:cubicBezTo>
                <a:cubicBezTo>
                  <a:pt x="44" y="2"/>
                  <a:pt x="0" y="17"/>
                  <a:pt x="0" y="35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7" name="Freeform 58">
            <a:extLst>
              <a:ext uri="{FF2B5EF4-FFF2-40B4-BE49-F238E27FC236}">
                <a16:creationId xmlns:a16="http://schemas.microsoft.com/office/drawing/2014/main" id="{3936563C-BE0A-9E56-3176-093B16C508AD}"/>
              </a:ext>
            </a:extLst>
          </p:cNvPr>
          <p:cNvSpPr>
            <a:spLocks noChangeAspect="1"/>
          </p:cNvSpPr>
          <p:nvPr/>
        </p:nvSpPr>
        <p:spPr bwMode="auto">
          <a:xfrm>
            <a:off x="536850" y="627163"/>
            <a:ext cx="70366" cy="48760"/>
          </a:xfrm>
          <a:custGeom>
            <a:avLst/>
            <a:gdLst>
              <a:gd name="T0" fmla="*/ 0 w 102"/>
              <a:gd name="T1" fmla="*/ 35 h 71"/>
              <a:gd name="T2" fmla="*/ 102 w 102"/>
              <a:gd name="T3" fmla="*/ 71 h 71"/>
              <a:gd name="T4" fmla="*/ 102 w 102"/>
              <a:gd name="T5" fmla="*/ 0 h 71"/>
              <a:gd name="T6" fmla="*/ 0 w 102"/>
              <a:gd name="T7" fmla="*/ 35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2" h="71">
                <a:moveTo>
                  <a:pt x="0" y="35"/>
                </a:moveTo>
                <a:cubicBezTo>
                  <a:pt x="0" y="53"/>
                  <a:pt x="44" y="68"/>
                  <a:pt x="102" y="71"/>
                </a:cubicBezTo>
                <a:cubicBezTo>
                  <a:pt x="102" y="0"/>
                  <a:pt x="102" y="0"/>
                  <a:pt x="102" y="0"/>
                </a:cubicBezTo>
                <a:cubicBezTo>
                  <a:pt x="44" y="2"/>
                  <a:pt x="0" y="17"/>
                  <a:pt x="0" y="35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8" name="Freeform 59">
            <a:extLst>
              <a:ext uri="{FF2B5EF4-FFF2-40B4-BE49-F238E27FC236}">
                <a16:creationId xmlns:a16="http://schemas.microsoft.com/office/drawing/2014/main" id="{0AC12D55-4EB0-1D9B-1542-62577A79AEAF}"/>
              </a:ext>
            </a:extLst>
          </p:cNvPr>
          <p:cNvSpPr>
            <a:spLocks noChangeAspect="1"/>
          </p:cNvSpPr>
          <p:nvPr/>
        </p:nvSpPr>
        <p:spPr bwMode="auto">
          <a:xfrm>
            <a:off x="536850" y="501029"/>
            <a:ext cx="70366" cy="48760"/>
          </a:xfrm>
          <a:custGeom>
            <a:avLst/>
            <a:gdLst>
              <a:gd name="T0" fmla="*/ 0 w 102"/>
              <a:gd name="T1" fmla="*/ 35 h 71"/>
              <a:gd name="T2" fmla="*/ 102 w 102"/>
              <a:gd name="T3" fmla="*/ 71 h 71"/>
              <a:gd name="T4" fmla="*/ 102 w 102"/>
              <a:gd name="T5" fmla="*/ 0 h 71"/>
              <a:gd name="T6" fmla="*/ 0 w 102"/>
              <a:gd name="T7" fmla="*/ 35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2" h="71">
                <a:moveTo>
                  <a:pt x="0" y="35"/>
                </a:moveTo>
                <a:cubicBezTo>
                  <a:pt x="0" y="53"/>
                  <a:pt x="44" y="68"/>
                  <a:pt x="102" y="71"/>
                </a:cubicBezTo>
                <a:cubicBezTo>
                  <a:pt x="102" y="0"/>
                  <a:pt x="102" y="0"/>
                  <a:pt x="102" y="0"/>
                </a:cubicBezTo>
                <a:cubicBezTo>
                  <a:pt x="44" y="2"/>
                  <a:pt x="0" y="17"/>
                  <a:pt x="0" y="35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6004029-69A0-DA82-FF4C-8C23113CC823}"/>
              </a:ext>
            </a:extLst>
          </p:cNvPr>
          <p:cNvSpPr/>
          <p:nvPr/>
        </p:nvSpPr>
        <p:spPr>
          <a:xfrm>
            <a:off x="181378" y="-304172"/>
            <a:ext cx="230908" cy="249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0" name="L-Shape 199">
            <a:extLst>
              <a:ext uri="{FF2B5EF4-FFF2-40B4-BE49-F238E27FC236}">
                <a16:creationId xmlns:a16="http://schemas.microsoft.com/office/drawing/2014/main" id="{566140C4-8778-339D-602A-AE56A9AAE56A}"/>
              </a:ext>
            </a:extLst>
          </p:cNvPr>
          <p:cNvSpPr/>
          <p:nvPr/>
        </p:nvSpPr>
        <p:spPr>
          <a:xfrm rot="16200000">
            <a:off x="237676" y="-350795"/>
            <a:ext cx="242522" cy="344292"/>
          </a:xfrm>
          <a:prstGeom prst="corner">
            <a:avLst>
              <a:gd name="adj1" fmla="val 62498"/>
              <a:gd name="adj2" fmla="val 38236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1" name="L-Shape 200">
            <a:extLst>
              <a:ext uri="{FF2B5EF4-FFF2-40B4-BE49-F238E27FC236}">
                <a16:creationId xmlns:a16="http://schemas.microsoft.com/office/drawing/2014/main" id="{7CF25C6C-1BB1-64FF-5FB2-B81266C4AFEE}"/>
              </a:ext>
            </a:extLst>
          </p:cNvPr>
          <p:cNvSpPr/>
          <p:nvPr/>
        </p:nvSpPr>
        <p:spPr>
          <a:xfrm rot="5400000">
            <a:off x="-28156" y="-404113"/>
            <a:ext cx="248419" cy="456828"/>
          </a:xfrm>
          <a:prstGeom prst="corner">
            <a:avLst>
              <a:gd name="adj1" fmla="val 63197"/>
              <a:gd name="adj2" fmla="val 43138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0ED52A0F-B17A-C1F0-59FF-8035488E9720}"/>
              </a:ext>
            </a:extLst>
          </p:cNvPr>
          <p:cNvCxnSpPr>
            <a:cxnSpLocks/>
          </p:cNvCxnSpPr>
          <p:nvPr/>
        </p:nvCxnSpPr>
        <p:spPr>
          <a:xfrm>
            <a:off x="487090" y="-96420"/>
            <a:ext cx="0" cy="91440"/>
          </a:xfrm>
          <a:prstGeom prst="line">
            <a:avLst/>
          </a:prstGeom>
          <a:ln w="12700">
            <a:solidFill>
              <a:schemeClr val="tx2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D662C317-2318-999F-83AC-E150989F76C0}"/>
              </a:ext>
            </a:extLst>
          </p:cNvPr>
          <p:cNvCxnSpPr>
            <a:cxnSpLocks/>
          </p:cNvCxnSpPr>
          <p:nvPr/>
        </p:nvCxnSpPr>
        <p:spPr>
          <a:xfrm>
            <a:off x="343758" y="-394501"/>
            <a:ext cx="0" cy="73152"/>
          </a:xfrm>
          <a:prstGeom prst="line">
            <a:avLst/>
          </a:prstGeom>
          <a:ln w="25400" cap="rnd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DD678051-6EFD-5B98-2FCA-518DF5C27AD7}"/>
              </a:ext>
            </a:extLst>
          </p:cNvPr>
          <p:cNvGrpSpPr>
            <a:grpSpLocks noChangeAspect="1"/>
          </p:cNvGrpSpPr>
          <p:nvPr/>
        </p:nvGrpSpPr>
        <p:grpSpPr>
          <a:xfrm>
            <a:off x="223925" y="-540545"/>
            <a:ext cx="228198" cy="136804"/>
            <a:chOff x="1446460" y="80727"/>
            <a:chExt cx="986431" cy="438734"/>
          </a:xfrm>
        </p:grpSpPr>
        <p:sp>
          <p:nvSpPr>
            <p:cNvPr id="205" name="Rounded Rectangle 204">
              <a:extLst>
                <a:ext uri="{FF2B5EF4-FFF2-40B4-BE49-F238E27FC236}">
                  <a16:creationId xmlns:a16="http://schemas.microsoft.com/office/drawing/2014/main" id="{2DA54564-0DF8-1F7D-4617-C86A7E3B8452}"/>
                </a:ext>
              </a:extLst>
            </p:cNvPr>
            <p:cNvSpPr/>
            <p:nvPr/>
          </p:nvSpPr>
          <p:spPr>
            <a:xfrm>
              <a:off x="1446460" y="80727"/>
              <a:ext cx="986431" cy="170438"/>
            </a:xfrm>
            <a:prstGeom prst="round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6" name="Rounded Rectangle 205">
              <a:extLst>
                <a:ext uri="{FF2B5EF4-FFF2-40B4-BE49-F238E27FC236}">
                  <a16:creationId xmlns:a16="http://schemas.microsoft.com/office/drawing/2014/main" id="{FF075A2B-FCF0-0C11-5B8A-D6F8A2E055ED}"/>
                </a:ext>
              </a:extLst>
            </p:cNvPr>
            <p:cNvSpPr/>
            <p:nvPr/>
          </p:nvSpPr>
          <p:spPr>
            <a:xfrm>
              <a:off x="1561331" y="252447"/>
              <a:ext cx="748155" cy="92301"/>
            </a:xfrm>
            <a:prstGeom prst="roundRect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Trapezoid 206">
              <a:extLst>
                <a:ext uri="{FF2B5EF4-FFF2-40B4-BE49-F238E27FC236}">
                  <a16:creationId xmlns:a16="http://schemas.microsoft.com/office/drawing/2014/main" id="{0CDDD74F-8390-BA3C-1CBD-E5BCD2111AC2}"/>
                </a:ext>
              </a:extLst>
            </p:cNvPr>
            <p:cNvSpPr/>
            <p:nvPr/>
          </p:nvSpPr>
          <p:spPr>
            <a:xfrm rot="10800000">
              <a:off x="1738744" y="346031"/>
              <a:ext cx="421242" cy="173430"/>
            </a:xfrm>
            <a:prstGeom prst="trapezoid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8" name="Freeform 4">
            <a:extLst>
              <a:ext uri="{FF2B5EF4-FFF2-40B4-BE49-F238E27FC236}">
                <a16:creationId xmlns:a16="http://schemas.microsoft.com/office/drawing/2014/main" id="{6222FBEB-5CAA-5980-82BF-5DD532D16CA4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112638" y="-181480"/>
            <a:ext cx="119294" cy="140682"/>
          </a:xfrm>
          <a:custGeom>
            <a:avLst/>
            <a:gdLst>
              <a:gd name="T0" fmla="*/ 528 w 601"/>
              <a:gd name="T1" fmla="*/ 16 h 710"/>
              <a:gd name="T2" fmla="*/ 481 w 601"/>
              <a:gd name="T3" fmla="*/ 0 h 710"/>
              <a:gd name="T4" fmla="*/ 481 w 601"/>
              <a:gd name="T5" fmla="*/ 0 h 710"/>
              <a:gd name="T6" fmla="*/ 301 w 601"/>
              <a:gd name="T7" fmla="*/ 180 h 710"/>
              <a:gd name="T8" fmla="*/ 121 w 601"/>
              <a:gd name="T9" fmla="*/ 0 h 710"/>
              <a:gd name="T10" fmla="*/ 74 w 601"/>
              <a:gd name="T11" fmla="*/ 17 h 710"/>
              <a:gd name="T12" fmla="*/ 98 w 601"/>
              <a:gd name="T13" fmla="*/ 289 h 710"/>
              <a:gd name="T14" fmla="*/ 257 w 601"/>
              <a:gd name="T15" fmla="*/ 363 h 710"/>
              <a:gd name="T16" fmla="*/ 264 w 601"/>
              <a:gd name="T17" fmla="*/ 565 h 710"/>
              <a:gd name="T18" fmla="*/ 182 w 601"/>
              <a:gd name="T19" fmla="*/ 618 h 710"/>
              <a:gd name="T20" fmla="*/ 198 w 601"/>
              <a:gd name="T21" fmla="*/ 699 h 710"/>
              <a:gd name="T22" fmla="*/ 301 w 601"/>
              <a:gd name="T23" fmla="*/ 710 h 710"/>
              <a:gd name="T24" fmla="*/ 302 w 601"/>
              <a:gd name="T25" fmla="*/ 710 h 710"/>
              <a:gd name="T26" fmla="*/ 303 w 601"/>
              <a:gd name="T27" fmla="*/ 710 h 710"/>
              <a:gd name="T28" fmla="*/ 406 w 601"/>
              <a:gd name="T29" fmla="*/ 699 h 710"/>
              <a:gd name="T30" fmla="*/ 422 w 601"/>
              <a:gd name="T31" fmla="*/ 617 h 710"/>
              <a:gd name="T32" fmla="*/ 339 w 601"/>
              <a:gd name="T33" fmla="*/ 565 h 710"/>
              <a:gd name="T34" fmla="*/ 346 w 601"/>
              <a:gd name="T35" fmla="*/ 362 h 710"/>
              <a:gd name="T36" fmla="*/ 504 w 601"/>
              <a:gd name="T37" fmla="*/ 289 h 710"/>
              <a:gd name="T38" fmla="*/ 528 w 601"/>
              <a:gd name="T39" fmla="*/ 16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01" h="710">
                <a:moveTo>
                  <a:pt x="528" y="16"/>
                </a:moveTo>
                <a:cubicBezTo>
                  <a:pt x="517" y="10"/>
                  <a:pt x="501" y="4"/>
                  <a:pt x="481" y="0"/>
                </a:cubicBezTo>
                <a:cubicBezTo>
                  <a:pt x="481" y="0"/>
                  <a:pt x="481" y="0"/>
                  <a:pt x="481" y="0"/>
                </a:cubicBezTo>
                <a:cubicBezTo>
                  <a:pt x="481" y="99"/>
                  <a:pt x="400" y="180"/>
                  <a:pt x="301" y="180"/>
                </a:cubicBezTo>
                <a:cubicBezTo>
                  <a:pt x="202" y="180"/>
                  <a:pt x="121" y="100"/>
                  <a:pt x="121" y="0"/>
                </a:cubicBezTo>
                <a:cubicBezTo>
                  <a:pt x="101" y="5"/>
                  <a:pt x="85" y="11"/>
                  <a:pt x="74" y="17"/>
                </a:cubicBezTo>
                <a:cubicBezTo>
                  <a:pt x="0" y="61"/>
                  <a:pt x="68" y="231"/>
                  <a:pt x="98" y="289"/>
                </a:cubicBezTo>
                <a:cubicBezTo>
                  <a:pt x="129" y="347"/>
                  <a:pt x="229" y="316"/>
                  <a:pt x="257" y="363"/>
                </a:cubicBezTo>
                <a:cubicBezTo>
                  <a:pt x="283" y="407"/>
                  <a:pt x="275" y="522"/>
                  <a:pt x="264" y="565"/>
                </a:cubicBezTo>
                <a:cubicBezTo>
                  <a:pt x="251" y="607"/>
                  <a:pt x="204" y="594"/>
                  <a:pt x="182" y="618"/>
                </a:cubicBezTo>
                <a:cubicBezTo>
                  <a:pt x="164" y="636"/>
                  <a:pt x="162" y="685"/>
                  <a:pt x="198" y="699"/>
                </a:cubicBezTo>
                <a:cubicBezTo>
                  <a:pt x="216" y="706"/>
                  <a:pt x="259" y="710"/>
                  <a:pt x="301" y="710"/>
                </a:cubicBezTo>
                <a:cubicBezTo>
                  <a:pt x="302" y="710"/>
                  <a:pt x="302" y="710"/>
                  <a:pt x="302" y="710"/>
                </a:cubicBezTo>
                <a:cubicBezTo>
                  <a:pt x="302" y="710"/>
                  <a:pt x="302" y="710"/>
                  <a:pt x="303" y="710"/>
                </a:cubicBezTo>
                <a:cubicBezTo>
                  <a:pt x="345" y="709"/>
                  <a:pt x="388" y="705"/>
                  <a:pt x="406" y="699"/>
                </a:cubicBezTo>
                <a:cubicBezTo>
                  <a:pt x="442" y="684"/>
                  <a:pt x="439" y="636"/>
                  <a:pt x="422" y="617"/>
                </a:cubicBezTo>
                <a:cubicBezTo>
                  <a:pt x="400" y="593"/>
                  <a:pt x="352" y="607"/>
                  <a:pt x="339" y="565"/>
                </a:cubicBezTo>
                <a:cubicBezTo>
                  <a:pt x="328" y="522"/>
                  <a:pt x="319" y="407"/>
                  <a:pt x="346" y="362"/>
                </a:cubicBezTo>
                <a:cubicBezTo>
                  <a:pt x="373" y="316"/>
                  <a:pt x="474" y="346"/>
                  <a:pt x="504" y="289"/>
                </a:cubicBezTo>
                <a:cubicBezTo>
                  <a:pt x="534" y="231"/>
                  <a:pt x="601" y="61"/>
                  <a:pt x="528" y="16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tx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40" name="Freeform 6">
            <a:extLst>
              <a:ext uri="{FF2B5EF4-FFF2-40B4-BE49-F238E27FC236}">
                <a16:creationId xmlns:a16="http://schemas.microsoft.com/office/drawing/2014/main" id="{922780C4-0207-71C9-F9FF-BA86303767DC}"/>
              </a:ext>
            </a:extLst>
          </p:cNvPr>
          <p:cNvSpPr>
            <a:spLocks noChangeAspect="1"/>
          </p:cNvSpPr>
          <p:nvPr/>
        </p:nvSpPr>
        <p:spPr bwMode="auto">
          <a:xfrm>
            <a:off x="-5025" y="-144519"/>
            <a:ext cx="119356" cy="68009"/>
          </a:xfrm>
          <a:custGeom>
            <a:avLst/>
            <a:gdLst>
              <a:gd name="T0" fmla="*/ 132 w 184"/>
              <a:gd name="T1" fmla="*/ 0 h 105"/>
              <a:gd name="T2" fmla="*/ 85 w 184"/>
              <a:gd name="T3" fmla="*/ 30 h 105"/>
              <a:gd name="T4" fmla="*/ 27 w 184"/>
              <a:gd name="T5" fmla="*/ 30 h 105"/>
              <a:gd name="T6" fmla="*/ 0 w 184"/>
              <a:gd name="T7" fmla="*/ 52 h 105"/>
              <a:gd name="T8" fmla="*/ 27 w 184"/>
              <a:gd name="T9" fmla="*/ 73 h 105"/>
              <a:gd name="T10" fmla="*/ 84 w 184"/>
              <a:gd name="T11" fmla="*/ 73 h 105"/>
              <a:gd name="T12" fmla="*/ 132 w 184"/>
              <a:gd name="T13" fmla="*/ 105 h 105"/>
              <a:gd name="T14" fmla="*/ 184 w 184"/>
              <a:gd name="T15" fmla="*/ 53 h 105"/>
              <a:gd name="T16" fmla="*/ 132 w 184"/>
              <a:gd name="T17" fmla="*/ 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4" h="105">
                <a:moveTo>
                  <a:pt x="132" y="0"/>
                </a:moveTo>
                <a:cubicBezTo>
                  <a:pt x="111" y="0"/>
                  <a:pt x="93" y="13"/>
                  <a:pt x="85" y="30"/>
                </a:cubicBezTo>
                <a:cubicBezTo>
                  <a:pt x="27" y="30"/>
                  <a:pt x="27" y="30"/>
                  <a:pt x="27" y="30"/>
                </a:cubicBezTo>
                <a:cubicBezTo>
                  <a:pt x="12" y="30"/>
                  <a:pt x="0" y="40"/>
                  <a:pt x="0" y="52"/>
                </a:cubicBezTo>
                <a:cubicBezTo>
                  <a:pt x="0" y="63"/>
                  <a:pt x="12" y="73"/>
                  <a:pt x="27" y="73"/>
                </a:cubicBezTo>
                <a:cubicBezTo>
                  <a:pt x="84" y="73"/>
                  <a:pt x="84" y="73"/>
                  <a:pt x="84" y="73"/>
                </a:cubicBezTo>
                <a:cubicBezTo>
                  <a:pt x="92" y="92"/>
                  <a:pt x="111" y="105"/>
                  <a:pt x="132" y="105"/>
                </a:cubicBezTo>
                <a:cubicBezTo>
                  <a:pt x="161" y="105"/>
                  <a:pt x="184" y="81"/>
                  <a:pt x="184" y="53"/>
                </a:cubicBezTo>
                <a:cubicBezTo>
                  <a:pt x="184" y="24"/>
                  <a:pt x="161" y="0"/>
                  <a:pt x="132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588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60D8D7A-4054-C779-FBDA-C08DB44828C3}"/>
              </a:ext>
            </a:extLst>
          </p:cNvPr>
          <p:cNvGrpSpPr>
            <a:grpSpLocks noChangeAspect="1"/>
          </p:cNvGrpSpPr>
          <p:nvPr/>
        </p:nvGrpSpPr>
        <p:grpSpPr>
          <a:xfrm>
            <a:off x="-80802" y="90649"/>
            <a:ext cx="978327" cy="711670"/>
            <a:chOff x="61170" y="162045"/>
            <a:chExt cx="715255" cy="52030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B03E561-D54B-04B9-E0C9-B80115B95F1E}"/>
                </a:ext>
              </a:extLst>
            </p:cNvPr>
            <p:cNvSpPr txBox="1"/>
            <p:nvPr/>
          </p:nvSpPr>
          <p:spPr>
            <a:xfrm>
              <a:off x="61170" y="162045"/>
              <a:ext cx="562832" cy="3037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GB" sz="700" b="1" dirty="0">
                  <a:solidFill>
                    <a:srgbClr val="44546A"/>
                  </a:solidFill>
                  <a:latin typeface="Candara" panose="020E0502030303020204" pitchFamily="34" charset="0"/>
                </a:rPr>
                <a:t>T</a:t>
              </a:r>
              <a:r>
                <a:rPr lang="en-GB" sz="700" dirty="0">
                  <a:solidFill>
                    <a:srgbClr val="44546A"/>
                  </a:solidFill>
                  <a:latin typeface="Candara" panose="020E0502030303020204" pitchFamily="34" charset="0"/>
                </a:rPr>
                <a:t>ranslational </a:t>
              </a:r>
            </a:p>
            <a:p>
              <a:r>
                <a:rPr lang="en-GB" sz="700" b="1" dirty="0">
                  <a:solidFill>
                    <a:srgbClr val="44546A"/>
                  </a:solidFill>
                  <a:latin typeface="Candara" panose="020E0502030303020204" pitchFamily="34" charset="0"/>
                </a:rPr>
                <a:t>O</a:t>
              </a:r>
              <a:r>
                <a:rPr lang="en-GB" sz="700" dirty="0">
                  <a:solidFill>
                    <a:srgbClr val="44546A"/>
                  </a:solidFill>
                  <a:latin typeface="Candara" panose="020E0502030303020204" pitchFamily="34" charset="0"/>
                </a:rPr>
                <a:t>rgan </a:t>
              </a:r>
            </a:p>
            <a:p>
              <a:r>
                <a:rPr lang="en-GB" sz="700" b="1" dirty="0">
                  <a:solidFill>
                    <a:srgbClr val="44546A"/>
                  </a:solidFill>
                  <a:latin typeface="Candara" panose="020E0502030303020204" pitchFamily="34" charset="0"/>
                </a:rPr>
                <a:t>M</a:t>
              </a:r>
              <a:r>
                <a:rPr lang="en-GB" sz="700" dirty="0">
                  <a:solidFill>
                    <a:srgbClr val="44546A"/>
                  </a:solidFill>
                  <a:latin typeface="Candara" panose="020E0502030303020204" pitchFamily="34" charset="0"/>
                </a:rPr>
                <a:t>icrosystem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BB78E48-97F5-8B80-CD76-158685AEF953}"/>
                </a:ext>
              </a:extLst>
            </p:cNvPr>
            <p:cNvSpPr/>
            <p:nvPr/>
          </p:nvSpPr>
          <p:spPr>
            <a:xfrm>
              <a:off x="429332" y="429667"/>
              <a:ext cx="230908" cy="249960"/>
            </a:xfrm>
            <a:prstGeom prst="rect">
              <a:avLst/>
            </a:prstGeom>
            <a:solidFill>
              <a:srgbClr val="00B0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L-Shape 32">
              <a:extLst>
                <a:ext uri="{FF2B5EF4-FFF2-40B4-BE49-F238E27FC236}">
                  <a16:creationId xmlns:a16="http://schemas.microsoft.com/office/drawing/2014/main" id="{3DAAE7C7-84F3-9DAA-74E3-F480F278C211}"/>
                </a:ext>
              </a:extLst>
            </p:cNvPr>
            <p:cNvSpPr/>
            <p:nvPr/>
          </p:nvSpPr>
          <p:spPr>
            <a:xfrm rot="16200000">
              <a:off x="483018" y="383044"/>
              <a:ext cx="242522" cy="344292"/>
            </a:xfrm>
            <a:prstGeom prst="corner">
              <a:avLst>
                <a:gd name="adj1" fmla="val 46788"/>
                <a:gd name="adj2" fmla="val 38236"/>
              </a:avLst>
            </a:prstGeom>
            <a:solidFill>
              <a:schemeClr val="bg1"/>
            </a:solidFill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L-Shape 33">
              <a:extLst>
                <a:ext uri="{FF2B5EF4-FFF2-40B4-BE49-F238E27FC236}">
                  <a16:creationId xmlns:a16="http://schemas.microsoft.com/office/drawing/2014/main" id="{C0A9C821-B40E-F69E-2196-EC9660968685}"/>
                </a:ext>
              </a:extLst>
            </p:cNvPr>
            <p:cNvSpPr/>
            <p:nvPr/>
          </p:nvSpPr>
          <p:spPr>
            <a:xfrm rot="5400000">
              <a:off x="251430" y="313957"/>
              <a:ext cx="242521" cy="482468"/>
            </a:xfrm>
            <a:prstGeom prst="corner">
              <a:avLst>
                <a:gd name="adj1" fmla="val 64476"/>
                <a:gd name="adj2" fmla="val 41858"/>
              </a:avLst>
            </a:prstGeom>
            <a:solidFill>
              <a:schemeClr val="bg1"/>
            </a:solidFill>
            <a:ln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A13F19A-48FA-1F64-BFD8-EFD190E82363}"/>
                </a:ext>
              </a:extLst>
            </p:cNvPr>
            <p:cNvCxnSpPr>
              <a:cxnSpLocks/>
            </p:cNvCxnSpPr>
            <p:nvPr/>
          </p:nvCxnSpPr>
          <p:spPr>
            <a:xfrm>
              <a:off x="720296" y="383119"/>
              <a:ext cx="0" cy="91440"/>
            </a:xfrm>
            <a:prstGeom prst="line">
              <a:avLst/>
            </a:prstGeom>
            <a:ln w="12700">
              <a:solidFill>
                <a:schemeClr val="tx2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A906713-BBDF-537E-B770-FA60AF509B52}"/>
                </a:ext>
              </a:extLst>
            </p:cNvPr>
            <p:cNvCxnSpPr>
              <a:cxnSpLocks/>
            </p:cNvCxnSpPr>
            <p:nvPr/>
          </p:nvCxnSpPr>
          <p:spPr>
            <a:xfrm>
              <a:off x="637289" y="339338"/>
              <a:ext cx="0" cy="43781"/>
            </a:xfrm>
            <a:prstGeom prst="line">
              <a:avLst/>
            </a:prstGeom>
            <a:ln w="25400" cap="rnd">
              <a:solidFill>
                <a:srgbClr val="00B0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D1E927A-05E4-08C1-FFC2-88EC605A82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0631" y="214366"/>
              <a:ext cx="228198" cy="109382"/>
              <a:chOff x="1446460" y="80727"/>
              <a:chExt cx="986431" cy="438734"/>
            </a:xfrm>
          </p:grpSpPr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7552D6F2-098A-0015-E821-96A69BC485C4}"/>
                  </a:ext>
                </a:extLst>
              </p:cNvPr>
              <p:cNvSpPr/>
              <p:nvPr/>
            </p:nvSpPr>
            <p:spPr>
              <a:xfrm>
                <a:off x="1446460" y="80727"/>
                <a:ext cx="986431" cy="170438"/>
              </a:xfrm>
              <a:prstGeom prst="roundRect">
                <a:avLst/>
              </a:prstGeom>
              <a:noFill/>
              <a:ln w="1270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E2586939-0E5C-B4E6-F474-F2D0FBAC6994}"/>
                  </a:ext>
                </a:extLst>
              </p:cNvPr>
              <p:cNvSpPr/>
              <p:nvPr/>
            </p:nvSpPr>
            <p:spPr>
              <a:xfrm>
                <a:off x="1561331" y="252447"/>
                <a:ext cx="748155" cy="92301"/>
              </a:xfrm>
              <a:prstGeom prst="roundRect">
                <a:avLst/>
              </a:prstGeom>
              <a:noFill/>
              <a:ln w="1270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Trapezoid 39">
                <a:extLst>
                  <a:ext uri="{FF2B5EF4-FFF2-40B4-BE49-F238E27FC236}">
                    <a16:creationId xmlns:a16="http://schemas.microsoft.com/office/drawing/2014/main" id="{E0EA2A47-4E2A-EAF3-279A-76FCAA3AA7F8}"/>
                  </a:ext>
                </a:extLst>
              </p:cNvPr>
              <p:cNvSpPr/>
              <p:nvPr/>
            </p:nvSpPr>
            <p:spPr>
              <a:xfrm rot="10800000">
                <a:off x="1738744" y="346031"/>
                <a:ext cx="421242" cy="173430"/>
              </a:xfrm>
              <a:prstGeom prst="trapezoid">
                <a:avLst/>
              </a:prstGeom>
              <a:noFill/>
              <a:ln w="1270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03FDCD65-6E21-5E83-7B17-0BC9AB19028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55369" y="552359"/>
              <a:ext cx="119294" cy="140682"/>
            </a:xfrm>
            <a:custGeom>
              <a:avLst/>
              <a:gdLst>
                <a:gd name="T0" fmla="*/ 528 w 601"/>
                <a:gd name="T1" fmla="*/ 16 h 710"/>
                <a:gd name="T2" fmla="*/ 481 w 601"/>
                <a:gd name="T3" fmla="*/ 0 h 710"/>
                <a:gd name="T4" fmla="*/ 481 w 601"/>
                <a:gd name="T5" fmla="*/ 0 h 710"/>
                <a:gd name="T6" fmla="*/ 301 w 601"/>
                <a:gd name="T7" fmla="*/ 180 h 710"/>
                <a:gd name="T8" fmla="*/ 121 w 601"/>
                <a:gd name="T9" fmla="*/ 0 h 710"/>
                <a:gd name="T10" fmla="*/ 74 w 601"/>
                <a:gd name="T11" fmla="*/ 17 h 710"/>
                <a:gd name="T12" fmla="*/ 98 w 601"/>
                <a:gd name="T13" fmla="*/ 289 h 710"/>
                <a:gd name="T14" fmla="*/ 257 w 601"/>
                <a:gd name="T15" fmla="*/ 363 h 710"/>
                <a:gd name="T16" fmla="*/ 264 w 601"/>
                <a:gd name="T17" fmla="*/ 565 h 710"/>
                <a:gd name="T18" fmla="*/ 182 w 601"/>
                <a:gd name="T19" fmla="*/ 618 h 710"/>
                <a:gd name="T20" fmla="*/ 198 w 601"/>
                <a:gd name="T21" fmla="*/ 699 h 710"/>
                <a:gd name="T22" fmla="*/ 301 w 601"/>
                <a:gd name="T23" fmla="*/ 710 h 710"/>
                <a:gd name="T24" fmla="*/ 302 w 601"/>
                <a:gd name="T25" fmla="*/ 710 h 710"/>
                <a:gd name="T26" fmla="*/ 303 w 601"/>
                <a:gd name="T27" fmla="*/ 710 h 710"/>
                <a:gd name="T28" fmla="*/ 406 w 601"/>
                <a:gd name="T29" fmla="*/ 699 h 710"/>
                <a:gd name="T30" fmla="*/ 422 w 601"/>
                <a:gd name="T31" fmla="*/ 617 h 710"/>
                <a:gd name="T32" fmla="*/ 339 w 601"/>
                <a:gd name="T33" fmla="*/ 565 h 710"/>
                <a:gd name="T34" fmla="*/ 346 w 601"/>
                <a:gd name="T35" fmla="*/ 362 h 710"/>
                <a:gd name="T36" fmla="*/ 504 w 601"/>
                <a:gd name="T37" fmla="*/ 289 h 710"/>
                <a:gd name="T38" fmla="*/ 528 w 601"/>
                <a:gd name="T39" fmla="*/ 16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1" h="710">
                  <a:moveTo>
                    <a:pt x="528" y="16"/>
                  </a:moveTo>
                  <a:cubicBezTo>
                    <a:pt x="517" y="10"/>
                    <a:pt x="501" y="4"/>
                    <a:pt x="481" y="0"/>
                  </a:cubicBezTo>
                  <a:cubicBezTo>
                    <a:pt x="481" y="0"/>
                    <a:pt x="481" y="0"/>
                    <a:pt x="481" y="0"/>
                  </a:cubicBezTo>
                  <a:cubicBezTo>
                    <a:pt x="481" y="99"/>
                    <a:pt x="400" y="180"/>
                    <a:pt x="301" y="180"/>
                  </a:cubicBezTo>
                  <a:cubicBezTo>
                    <a:pt x="202" y="180"/>
                    <a:pt x="121" y="100"/>
                    <a:pt x="121" y="0"/>
                  </a:cubicBezTo>
                  <a:cubicBezTo>
                    <a:pt x="101" y="5"/>
                    <a:pt x="85" y="11"/>
                    <a:pt x="74" y="17"/>
                  </a:cubicBezTo>
                  <a:cubicBezTo>
                    <a:pt x="0" y="61"/>
                    <a:pt x="68" y="231"/>
                    <a:pt x="98" y="289"/>
                  </a:cubicBezTo>
                  <a:cubicBezTo>
                    <a:pt x="129" y="347"/>
                    <a:pt x="229" y="316"/>
                    <a:pt x="257" y="363"/>
                  </a:cubicBezTo>
                  <a:cubicBezTo>
                    <a:pt x="283" y="407"/>
                    <a:pt x="275" y="522"/>
                    <a:pt x="264" y="565"/>
                  </a:cubicBezTo>
                  <a:cubicBezTo>
                    <a:pt x="251" y="607"/>
                    <a:pt x="204" y="594"/>
                    <a:pt x="182" y="618"/>
                  </a:cubicBezTo>
                  <a:cubicBezTo>
                    <a:pt x="164" y="636"/>
                    <a:pt x="162" y="685"/>
                    <a:pt x="198" y="699"/>
                  </a:cubicBezTo>
                  <a:cubicBezTo>
                    <a:pt x="216" y="706"/>
                    <a:pt x="259" y="710"/>
                    <a:pt x="301" y="710"/>
                  </a:cubicBezTo>
                  <a:cubicBezTo>
                    <a:pt x="302" y="710"/>
                    <a:pt x="302" y="710"/>
                    <a:pt x="302" y="710"/>
                  </a:cubicBezTo>
                  <a:cubicBezTo>
                    <a:pt x="302" y="710"/>
                    <a:pt x="302" y="710"/>
                    <a:pt x="303" y="710"/>
                  </a:cubicBezTo>
                  <a:cubicBezTo>
                    <a:pt x="345" y="709"/>
                    <a:pt x="388" y="705"/>
                    <a:pt x="406" y="699"/>
                  </a:cubicBezTo>
                  <a:cubicBezTo>
                    <a:pt x="442" y="684"/>
                    <a:pt x="439" y="636"/>
                    <a:pt x="422" y="617"/>
                  </a:cubicBezTo>
                  <a:cubicBezTo>
                    <a:pt x="400" y="593"/>
                    <a:pt x="352" y="607"/>
                    <a:pt x="339" y="565"/>
                  </a:cubicBezTo>
                  <a:cubicBezTo>
                    <a:pt x="328" y="522"/>
                    <a:pt x="319" y="407"/>
                    <a:pt x="346" y="362"/>
                  </a:cubicBezTo>
                  <a:cubicBezTo>
                    <a:pt x="373" y="316"/>
                    <a:pt x="474" y="346"/>
                    <a:pt x="504" y="289"/>
                  </a:cubicBezTo>
                  <a:cubicBezTo>
                    <a:pt x="534" y="231"/>
                    <a:pt x="601" y="61"/>
                    <a:pt x="528" y="16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rgbClr val="44546A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054B74DC-7D94-DB94-227B-F4195688224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706" y="589320"/>
              <a:ext cx="119356" cy="68009"/>
            </a:xfrm>
            <a:custGeom>
              <a:avLst/>
              <a:gdLst>
                <a:gd name="T0" fmla="*/ 132 w 184"/>
                <a:gd name="T1" fmla="*/ 0 h 105"/>
                <a:gd name="T2" fmla="*/ 85 w 184"/>
                <a:gd name="T3" fmla="*/ 30 h 105"/>
                <a:gd name="T4" fmla="*/ 27 w 184"/>
                <a:gd name="T5" fmla="*/ 30 h 105"/>
                <a:gd name="T6" fmla="*/ 0 w 184"/>
                <a:gd name="T7" fmla="*/ 52 h 105"/>
                <a:gd name="T8" fmla="*/ 27 w 184"/>
                <a:gd name="T9" fmla="*/ 73 h 105"/>
                <a:gd name="T10" fmla="*/ 84 w 184"/>
                <a:gd name="T11" fmla="*/ 73 h 105"/>
                <a:gd name="T12" fmla="*/ 132 w 184"/>
                <a:gd name="T13" fmla="*/ 105 h 105"/>
                <a:gd name="T14" fmla="*/ 184 w 184"/>
                <a:gd name="T15" fmla="*/ 53 h 105"/>
                <a:gd name="T16" fmla="*/ 132 w 184"/>
                <a:gd name="T1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105">
                  <a:moveTo>
                    <a:pt x="132" y="0"/>
                  </a:moveTo>
                  <a:cubicBezTo>
                    <a:pt x="111" y="0"/>
                    <a:pt x="93" y="13"/>
                    <a:pt x="85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12" y="30"/>
                    <a:pt x="0" y="40"/>
                    <a:pt x="0" y="52"/>
                  </a:cubicBezTo>
                  <a:cubicBezTo>
                    <a:pt x="0" y="63"/>
                    <a:pt x="12" y="73"/>
                    <a:pt x="27" y="73"/>
                  </a:cubicBezTo>
                  <a:cubicBezTo>
                    <a:pt x="84" y="73"/>
                    <a:pt x="84" y="73"/>
                    <a:pt x="84" y="73"/>
                  </a:cubicBezTo>
                  <a:cubicBezTo>
                    <a:pt x="92" y="92"/>
                    <a:pt x="111" y="105"/>
                    <a:pt x="132" y="105"/>
                  </a:cubicBezTo>
                  <a:cubicBezTo>
                    <a:pt x="161" y="105"/>
                    <a:pt x="184" y="81"/>
                    <a:pt x="184" y="53"/>
                  </a:cubicBezTo>
                  <a:cubicBezTo>
                    <a:pt x="184" y="24"/>
                    <a:pt x="161" y="0"/>
                    <a:pt x="132" y="0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44546A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3672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CAF8A-B82B-967D-C0BE-89113BEB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4FA1E67A-954D-4ABE-2814-B2220B596241}"/>
              </a:ext>
            </a:extLst>
          </p:cNvPr>
          <p:cNvSpPr txBox="1"/>
          <p:nvPr/>
        </p:nvSpPr>
        <p:spPr>
          <a:xfrm>
            <a:off x="-55387" y="178904"/>
            <a:ext cx="102517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400" b="1" dirty="0">
                <a:solidFill>
                  <a:srgbClr val="44546A"/>
                </a:solidFill>
                <a:latin typeface=""/>
              </a:rPr>
              <a:t>DOR   </a:t>
            </a:r>
            <a:r>
              <a:rPr lang="en-GB" sz="1400" b="1" dirty="0">
                <a:solidFill>
                  <a:srgbClr val="00B0A6"/>
                </a:solidFill>
                <a:latin typeface=""/>
              </a:rPr>
              <a:t>AB</a:t>
            </a:r>
            <a:endParaRPr lang="en-GB" sz="1000" dirty="0">
              <a:solidFill>
                <a:srgbClr val="00B0A6"/>
              </a:solidFill>
              <a:latin typeface="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875A1-E69F-CF8A-DFD0-4284309E01CA}"/>
              </a:ext>
            </a:extLst>
          </p:cNvPr>
          <p:cNvSpPr txBox="1"/>
          <p:nvPr/>
        </p:nvSpPr>
        <p:spPr>
          <a:xfrm>
            <a:off x="1461992" y="-629010"/>
            <a:ext cx="445164" cy="5001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600" b="1" dirty="0">
                <a:solidFill>
                  <a:srgbClr val="44546A"/>
                </a:solidFill>
                <a:latin typeface=""/>
              </a:rPr>
              <a:t>   </a:t>
            </a:r>
            <a:r>
              <a:rPr lang="en-GB" sz="1050" b="1" dirty="0">
                <a:solidFill>
                  <a:schemeClr val="bg2"/>
                </a:solidFill>
                <a:latin typeface=""/>
              </a:rPr>
              <a:t>ab</a:t>
            </a:r>
            <a:endParaRPr lang="en-GB" sz="1600" dirty="0">
              <a:solidFill>
                <a:schemeClr val="bg2"/>
              </a:solidFill>
              <a:latin typeface="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83EC1BC-1567-40B5-9FE4-E380EEC471D3}"/>
              </a:ext>
            </a:extLst>
          </p:cNvPr>
          <p:cNvSpPr>
            <a:spLocks noChangeAspect="1"/>
          </p:cNvSpPr>
          <p:nvPr/>
        </p:nvSpPr>
        <p:spPr bwMode="auto">
          <a:xfrm>
            <a:off x="429246" y="259955"/>
            <a:ext cx="149533" cy="144710"/>
          </a:xfrm>
          <a:custGeom>
            <a:avLst/>
            <a:gdLst>
              <a:gd name="T0" fmla="*/ 528 w 601"/>
              <a:gd name="T1" fmla="*/ 16 h 710"/>
              <a:gd name="T2" fmla="*/ 481 w 601"/>
              <a:gd name="T3" fmla="*/ 0 h 710"/>
              <a:gd name="T4" fmla="*/ 481 w 601"/>
              <a:gd name="T5" fmla="*/ 0 h 710"/>
              <a:gd name="T6" fmla="*/ 301 w 601"/>
              <a:gd name="T7" fmla="*/ 180 h 710"/>
              <a:gd name="T8" fmla="*/ 121 w 601"/>
              <a:gd name="T9" fmla="*/ 0 h 710"/>
              <a:gd name="T10" fmla="*/ 74 w 601"/>
              <a:gd name="T11" fmla="*/ 17 h 710"/>
              <a:gd name="T12" fmla="*/ 98 w 601"/>
              <a:gd name="T13" fmla="*/ 289 h 710"/>
              <a:gd name="T14" fmla="*/ 257 w 601"/>
              <a:gd name="T15" fmla="*/ 363 h 710"/>
              <a:gd name="T16" fmla="*/ 264 w 601"/>
              <a:gd name="T17" fmla="*/ 565 h 710"/>
              <a:gd name="T18" fmla="*/ 182 w 601"/>
              <a:gd name="T19" fmla="*/ 618 h 710"/>
              <a:gd name="T20" fmla="*/ 198 w 601"/>
              <a:gd name="T21" fmla="*/ 699 h 710"/>
              <a:gd name="T22" fmla="*/ 301 w 601"/>
              <a:gd name="T23" fmla="*/ 710 h 710"/>
              <a:gd name="T24" fmla="*/ 302 w 601"/>
              <a:gd name="T25" fmla="*/ 710 h 710"/>
              <a:gd name="T26" fmla="*/ 303 w 601"/>
              <a:gd name="T27" fmla="*/ 710 h 710"/>
              <a:gd name="T28" fmla="*/ 406 w 601"/>
              <a:gd name="T29" fmla="*/ 699 h 710"/>
              <a:gd name="T30" fmla="*/ 422 w 601"/>
              <a:gd name="T31" fmla="*/ 617 h 710"/>
              <a:gd name="T32" fmla="*/ 339 w 601"/>
              <a:gd name="T33" fmla="*/ 565 h 710"/>
              <a:gd name="T34" fmla="*/ 346 w 601"/>
              <a:gd name="T35" fmla="*/ 362 h 710"/>
              <a:gd name="T36" fmla="*/ 504 w 601"/>
              <a:gd name="T37" fmla="*/ 289 h 710"/>
              <a:gd name="T38" fmla="*/ 528 w 601"/>
              <a:gd name="T39" fmla="*/ 16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01" h="710">
                <a:moveTo>
                  <a:pt x="528" y="16"/>
                </a:moveTo>
                <a:cubicBezTo>
                  <a:pt x="517" y="10"/>
                  <a:pt x="501" y="4"/>
                  <a:pt x="481" y="0"/>
                </a:cubicBezTo>
                <a:cubicBezTo>
                  <a:pt x="481" y="0"/>
                  <a:pt x="481" y="0"/>
                  <a:pt x="481" y="0"/>
                </a:cubicBezTo>
                <a:cubicBezTo>
                  <a:pt x="481" y="99"/>
                  <a:pt x="400" y="180"/>
                  <a:pt x="301" y="180"/>
                </a:cubicBezTo>
                <a:cubicBezTo>
                  <a:pt x="202" y="180"/>
                  <a:pt x="121" y="100"/>
                  <a:pt x="121" y="0"/>
                </a:cubicBezTo>
                <a:cubicBezTo>
                  <a:pt x="101" y="5"/>
                  <a:pt x="85" y="11"/>
                  <a:pt x="74" y="17"/>
                </a:cubicBezTo>
                <a:cubicBezTo>
                  <a:pt x="0" y="61"/>
                  <a:pt x="68" y="231"/>
                  <a:pt x="98" y="289"/>
                </a:cubicBezTo>
                <a:cubicBezTo>
                  <a:pt x="129" y="347"/>
                  <a:pt x="229" y="316"/>
                  <a:pt x="257" y="363"/>
                </a:cubicBezTo>
                <a:cubicBezTo>
                  <a:pt x="283" y="407"/>
                  <a:pt x="275" y="522"/>
                  <a:pt x="264" y="565"/>
                </a:cubicBezTo>
                <a:cubicBezTo>
                  <a:pt x="251" y="607"/>
                  <a:pt x="204" y="594"/>
                  <a:pt x="182" y="618"/>
                </a:cubicBezTo>
                <a:cubicBezTo>
                  <a:pt x="164" y="636"/>
                  <a:pt x="162" y="685"/>
                  <a:pt x="198" y="699"/>
                </a:cubicBezTo>
                <a:cubicBezTo>
                  <a:pt x="216" y="706"/>
                  <a:pt x="259" y="710"/>
                  <a:pt x="301" y="710"/>
                </a:cubicBezTo>
                <a:cubicBezTo>
                  <a:pt x="302" y="710"/>
                  <a:pt x="302" y="710"/>
                  <a:pt x="302" y="710"/>
                </a:cubicBezTo>
                <a:cubicBezTo>
                  <a:pt x="302" y="710"/>
                  <a:pt x="302" y="710"/>
                  <a:pt x="303" y="710"/>
                </a:cubicBezTo>
                <a:cubicBezTo>
                  <a:pt x="345" y="709"/>
                  <a:pt x="388" y="705"/>
                  <a:pt x="406" y="699"/>
                </a:cubicBezTo>
                <a:cubicBezTo>
                  <a:pt x="442" y="684"/>
                  <a:pt x="439" y="636"/>
                  <a:pt x="422" y="617"/>
                </a:cubicBezTo>
                <a:cubicBezTo>
                  <a:pt x="400" y="593"/>
                  <a:pt x="352" y="607"/>
                  <a:pt x="339" y="565"/>
                </a:cubicBezTo>
                <a:cubicBezTo>
                  <a:pt x="328" y="522"/>
                  <a:pt x="319" y="407"/>
                  <a:pt x="346" y="362"/>
                </a:cubicBezTo>
                <a:cubicBezTo>
                  <a:pt x="373" y="316"/>
                  <a:pt x="474" y="346"/>
                  <a:pt x="504" y="289"/>
                </a:cubicBezTo>
                <a:cubicBezTo>
                  <a:pt x="534" y="231"/>
                  <a:pt x="601" y="61"/>
                  <a:pt x="528" y="16"/>
                </a:cubicBezTo>
                <a:close/>
              </a:path>
            </a:pathLst>
          </a:custGeom>
          <a:solidFill>
            <a:srgbClr val="44546A"/>
          </a:solidFill>
          <a:ln w="6350" cap="flat">
            <a:solidFill>
              <a:srgbClr val="44546A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3F0CCD5E-FF11-1B94-D229-946ABF5166E6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722032" y="-374928"/>
            <a:ext cx="203379" cy="117126"/>
          </a:xfrm>
          <a:custGeom>
            <a:avLst/>
            <a:gdLst>
              <a:gd name="T0" fmla="*/ 132 w 184"/>
              <a:gd name="T1" fmla="*/ 0 h 105"/>
              <a:gd name="T2" fmla="*/ 85 w 184"/>
              <a:gd name="T3" fmla="*/ 30 h 105"/>
              <a:gd name="T4" fmla="*/ 27 w 184"/>
              <a:gd name="T5" fmla="*/ 30 h 105"/>
              <a:gd name="T6" fmla="*/ 0 w 184"/>
              <a:gd name="T7" fmla="*/ 52 h 105"/>
              <a:gd name="T8" fmla="*/ 27 w 184"/>
              <a:gd name="T9" fmla="*/ 73 h 105"/>
              <a:gd name="T10" fmla="*/ 84 w 184"/>
              <a:gd name="T11" fmla="*/ 73 h 105"/>
              <a:gd name="T12" fmla="*/ 132 w 184"/>
              <a:gd name="T13" fmla="*/ 105 h 105"/>
              <a:gd name="T14" fmla="*/ 184 w 184"/>
              <a:gd name="T15" fmla="*/ 53 h 105"/>
              <a:gd name="T16" fmla="*/ 132 w 184"/>
              <a:gd name="T17" fmla="*/ 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4" h="105">
                <a:moveTo>
                  <a:pt x="132" y="0"/>
                </a:moveTo>
                <a:cubicBezTo>
                  <a:pt x="111" y="0"/>
                  <a:pt x="93" y="13"/>
                  <a:pt x="85" y="30"/>
                </a:cubicBezTo>
                <a:cubicBezTo>
                  <a:pt x="27" y="30"/>
                  <a:pt x="27" y="30"/>
                  <a:pt x="27" y="30"/>
                </a:cubicBezTo>
                <a:cubicBezTo>
                  <a:pt x="12" y="30"/>
                  <a:pt x="0" y="40"/>
                  <a:pt x="0" y="52"/>
                </a:cubicBezTo>
                <a:cubicBezTo>
                  <a:pt x="0" y="63"/>
                  <a:pt x="12" y="73"/>
                  <a:pt x="27" y="73"/>
                </a:cubicBezTo>
                <a:cubicBezTo>
                  <a:pt x="84" y="73"/>
                  <a:pt x="84" y="73"/>
                  <a:pt x="84" y="73"/>
                </a:cubicBezTo>
                <a:cubicBezTo>
                  <a:pt x="92" y="92"/>
                  <a:pt x="111" y="105"/>
                  <a:pt x="132" y="105"/>
                </a:cubicBezTo>
                <a:cubicBezTo>
                  <a:pt x="161" y="105"/>
                  <a:pt x="184" y="81"/>
                  <a:pt x="184" y="53"/>
                </a:cubicBezTo>
                <a:cubicBezTo>
                  <a:pt x="184" y="24"/>
                  <a:pt x="161" y="0"/>
                  <a:pt x="132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rgbClr val="44546A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984867-C8EE-AD4F-EAF0-B0A9CF72BD84}"/>
              </a:ext>
            </a:extLst>
          </p:cNvPr>
          <p:cNvCxnSpPr>
            <a:cxnSpLocks/>
          </p:cNvCxnSpPr>
          <p:nvPr/>
        </p:nvCxnSpPr>
        <p:spPr>
          <a:xfrm>
            <a:off x="508748" y="-418055"/>
            <a:ext cx="0" cy="137160"/>
          </a:xfrm>
          <a:prstGeom prst="line">
            <a:avLst/>
          </a:prstGeom>
          <a:ln w="12700">
            <a:solidFill>
              <a:srgbClr val="00B0A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B6CA6EE-4BB2-B772-4C09-F26EED6C94BB}"/>
              </a:ext>
            </a:extLst>
          </p:cNvPr>
          <p:cNvSpPr txBox="1"/>
          <p:nvPr/>
        </p:nvSpPr>
        <p:spPr>
          <a:xfrm>
            <a:off x="1193941" y="-151507"/>
            <a:ext cx="536101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400" b="1" dirty="0">
                <a:solidFill>
                  <a:srgbClr val="44546A"/>
                </a:solidFill>
                <a:latin typeface=""/>
              </a:rPr>
              <a:t>   </a:t>
            </a:r>
            <a:r>
              <a:rPr lang="en-GB" sz="1400" b="1" dirty="0">
                <a:solidFill>
                  <a:srgbClr val="00B0A6"/>
                </a:solidFill>
                <a:latin typeface=""/>
              </a:rPr>
              <a:t>B</a:t>
            </a:r>
            <a:endParaRPr lang="en-GB" sz="1400" dirty="0">
              <a:solidFill>
                <a:srgbClr val="00B0A6"/>
              </a:solidFill>
              <a:latin typeface="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D6C49B8-F5E9-F820-CC94-BD5737EBDC13}"/>
              </a:ext>
            </a:extLst>
          </p:cNvPr>
          <p:cNvCxnSpPr>
            <a:cxnSpLocks/>
          </p:cNvCxnSpPr>
          <p:nvPr/>
        </p:nvCxnSpPr>
        <p:spPr>
          <a:xfrm flipH="1">
            <a:off x="-400660" y="-470654"/>
            <a:ext cx="179146" cy="0"/>
          </a:xfrm>
          <a:prstGeom prst="line">
            <a:avLst/>
          </a:prstGeom>
          <a:ln w="12700">
            <a:solidFill>
              <a:srgbClr val="00B0A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9">
            <a:extLst>
              <a:ext uri="{FF2B5EF4-FFF2-40B4-BE49-F238E27FC236}">
                <a16:creationId xmlns:a16="http://schemas.microsoft.com/office/drawing/2014/main" id="{BA288DD9-1D9F-F9B2-8482-1BD6CB3F96EE}"/>
              </a:ext>
            </a:extLst>
          </p:cNvPr>
          <p:cNvSpPr>
            <a:spLocks noChangeAspect="1"/>
          </p:cNvSpPr>
          <p:nvPr/>
        </p:nvSpPr>
        <p:spPr bwMode="auto">
          <a:xfrm>
            <a:off x="481152" y="48518"/>
            <a:ext cx="45719" cy="132391"/>
          </a:xfrm>
          <a:custGeom>
            <a:avLst/>
            <a:gdLst>
              <a:gd name="T0" fmla="*/ 46 w 46"/>
              <a:gd name="T1" fmla="*/ 0 h 383"/>
              <a:gd name="T2" fmla="*/ 0 w 46"/>
              <a:gd name="T3" fmla="*/ 0 h 383"/>
              <a:gd name="T4" fmla="*/ 0 w 46"/>
              <a:gd name="T5" fmla="*/ 63 h 383"/>
              <a:gd name="T6" fmla="*/ 4 w 46"/>
              <a:gd name="T7" fmla="*/ 63 h 383"/>
              <a:gd name="T8" fmla="*/ 4 w 46"/>
              <a:gd name="T9" fmla="*/ 272 h 383"/>
              <a:gd name="T10" fmla="*/ 4 w 46"/>
              <a:gd name="T11" fmla="*/ 272 h 383"/>
              <a:gd name="T12" fmla="*/ 22 w 46"/>
              <a:gd name="T13" fmla="*/ 379 h 383"/>
              <a:gd name="T14" fmla="*/ 26 w 46"/>
              <a:gd name="T15" fmla="*/ 383 h 383"/>
              <a:gd name="T16" fmla="*/ 42 w 46"/>
              <a:gd name="T17" fmla="*/ 272 h 383"/>
              <a:gd name="T18" fmla="*/ 42 w 46"/>
              <a:gd name="T19" fmla="*/ 63 h 383"/>
              <a:gd name="T20" fmla="*/ 46 w 46"/>
              <a:gd name="T21" fmla="*/ 63 h 383"/>
              <a:gd name="T22" fmla="*/ 46 w 46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46"/>
              <a:gd name="T37" fmla="*/ 0 h 383"/>
              <a:gd name="T38" fmla="*/ 46 w 46"/>
              <a:gd name="T39" fmla="*/ 383 h 38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46" h="383">
                <a:moveTo>
                  <a:pt x="46" y="0"/>
                </a:moveTo>
                <a:lnTo>
                  <a:pt x="0" y="0"/>
                </a:lnTo>
                <a:lnTo>
                  <a:pt x="0" y="63"/>
                </a:lnTo>
                <a:lnTo>
                  <a:pt x="4" y="63"/>
                </a:lnTo>
                <a:lnTo>
                  <a:pt x="4" y="272"/>
                </a:lnTo>
                <a:lnTo>
                  <a:pt x="22" y="379"/>
                </a:lnTo>
                <a:lnTo>
                  <a:pt x="26" y="383"/>
                </a:lnTo>
                <a:lnTo>
                  <a:pt x="42" y="272"/>
                </a:lnTo>
                <a:lnTo>
                  <a:pt x="42" y="63"/>
                </a:lnTo>
                <a:lnTo>
                  <a:pt x="46" y="63"/>
                </a:lnTo>
                <a:lnTo>
                  <a:pt x="46" y="0"/>
                </a:lnTo>
                <a:close/>
              </a:path>
            </a:pathLst>
          </a:custGeom>
          <a:solidFill>
            <a:srgbClr val="00B0A6"/>
          </a:solidFill>
          <a:ln w="635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0FED7D9-0A17-7A5C-1E80-1E9607AD1201}"/>
              </a:ext>
            </a:extLst>
          </p:cNvPr>
          <p:cNvCxnSpPr>
            <a:cxnSpLocks/>
          </p:cNvCxnSpPr>
          <p:nvPr/>
        </p:nvCxnSpPr>
        <p:spPr>
          <a:xfrm>
            <a:off x="508748" y="225194"/>
            <a:ext cx="279883" cy="0"/>
          </a:xfrm>
          <a:prstGeom prst="line">
            <a:avLst/>
          </a:prstGeom>
          <a:ln w="12700">
            <a:solidFill>
              <a:srgbClr val="00B0A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64ADF61-68F4-9EC5-C5EA-9E0F8F9618EC}"/>
              </a:ext>
            </a:extLst>
          </p:cNvPr>
          <p:cNvSpPr txBox="1"/>
          <p:nvPr/>
        </p:nvSpPr>
        <p:spPr>
          <a:xfrm>
            <a:off x="-31435" y="660287"/>
            <a:ext cx="102517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400" b="1" dirty="0">
                <a:solidFill>
                  <a:srgbClr val="44546A"/>
                </a:solidFill>
                <a:latin typeface=""/>
              </a:rPr>
              <a:t>DOR</a:t>
            </a:r>
            <a:endParaRPr lang="en-GB" sz="1000" dirty="0">
              <a:solidFill>
                <a:srgbClr val="00B0A6"/>
              </a:solidFill>
              <a:latin typeface=""/>
            </a:endParaRPr>
          </a:p>
        </p:txBody>
      </p:sp>
      <p:sp>
        <p:nvSpPr>
          <p:cNvPr id="77" name="Freeform 4">
            <a:extLst>
              <a:ext uri="{FF2B5EF4-FFF2-40B4-BE49-F238E27FC236}">
                <a16:creationId xmlns:a16="http://schemas.microsoft.com/office/drawing/2014/main" id="{CA3DC69A-503C-1759-7F75-1B46D252BFDA}"/>
              </a:ext>
            </a:extLst>
          </p:cNvPr>
          <p:cNvSpPr>
            <a:spLocks noChangeAspect="1"/>
          </p:cNvSpPr>
          <p:nvPr/>
        </p:nvSpPr>
        <p:spPr bwMode="auto">
          <a:xfrm>
            <a:off x="453198" y="741338"/>
            <a:ext cx="149533" cy="144710"/>
          </a:xfrm>
          <a:custGeom>
            <a:avLst/>
            <a:gdLst>
              <a:gd name="T0" fmla="*/ 528 w 601"/>
              <a:gd name="T1" fmla="*/ 16 h 710"/>
              <a:gd name="T2" fmla="*/ 481 w 601"/>
              <a:gd name="T3" fmla="*/ 0 h 710"/>
              <a:gd name="T4" fmla="*/ 481 w 601"/>
              <a:gd name="T5" fmla="*/ 0 h 710"/>
              <a:gd name="T6" fmla="*/ 301 w 601"/>
              <a:gd name="T7" fmla="*/ 180 h 710"/>
              <a:gd name="T8" fmla="*/ 121 w 601"/>
              <a:gd name="T9" fmla="*/ 0 h 710"/>
              <a:gd name="T10" fmla="*/ 74 w 601"/>
              <a:gd name="T11" fmla="*/ 17 h 710"/>
              <a:gd name="T12" fmla="*/ 98 w 601"/>
              <a:gd name="T13" fmla="*/ 289 h 710"/>
              <a:gd name="T14" fmla="*/ 257 w 601"/>
              <a:gd name="T15" fmla="*/ 363 h 710"/>
              <a:gd name="T16" fmla="*/ 264 w 601"/>
              <a:gd name="T17" fmla="*/ 565 h 710"/>
              <a:gd name="T18" fmla="*/ 182 w 601"/>
              <a:gd name="T19" fmla="*/ 618 h 710"/>
              <a:gd name="T20" fmla="*/ 198 w 601"/>
              <a:gd name="T21" fmla="*/ 699 h 710"/>
              <a:gd name="T22" fmla="*/ 301 w 601"/>
              <a:gd name="T23" fmla="*/ 710 h 710"/>
              <a:gd name="T24" fmla="*/ 302 w 601"/>
              <a:gd name="T25" fmla="*/ 710 h 710"/>
              <a:gd name="T26" fmla="*/ 303 w 601"/>
              <a:gd name="T27" fmla="*/ 710 h 710"/>
              <a:gd name="T28" fmla="*/ 406 w 601"/>
              <a:gd name="T29" fmla="*/ 699 h 710"/>
              <a:gd name="T30" fmla="*/ 422 w 601"/>
              <a:gd name="T31" fmla="*/ 617 h 710"/>
              <a:gd name="T32" fmla="*/ 339 w 601"/>
              <a:gd name="T33" fmla="*/ 565 h 710"/>
              <a:gd name="T34" fmla="*/ 346 w 601"/>
              <a:gd name="T35" fmla="*/ 362 h 710"/>
              <a:gd name="T36" fmla="*/ 504 w 601"/>
              <a:gd name="T37" fmla="*/ 289 h 710"/>
              <a:gd name="T38" fmla="*/ 528 w 601"/>
              <a:gd name="T39" fmla="*/ 16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01" h="710">
                <a:moveTo>
                  <a:pt x="528" y="16"/>
                </a:moveTo>
                <a:cubicBezTo>
                  <a:pt x="517" y="10"/>
                  <a:pt x="501" y="4"/>
                  <a:pt x="481" y="0"/>
                </a:cubicBezTo>
                <a:cubicBezTo>
                  <a:pt x="481" y="0"/>
                  <a:pt x="481" y="0"/>
                  <a:pt x="481" y="0"/>
                </a:cubicBezTo>
                <a:cubicBezTo>
                  <a:pt x="481" y="99"/>
                  <a:pt x="400" y="180"/>
                  <a:pt x="301" y="180"/>
                </a:cubicBezTo>
                <a:cubicBezTo>
                  <a:pt x="202" y="180"/>
                  <a:pt x="121" y="100"/>
                  <a:pt x="121" y="0"/>
                </a:cubicBezTo>
                <a:cubicBezTo>
                  <a:pt x="101" y="5"/>
                  <a:pt x="85" y="11"/>
                  <a:pt x="74" y="17"/>
                </a:cubicBezTo>
                <a:cubicBezTo>
                  <a:pt x="0" y="61"/>
                  <a:pt x="68" y="231"/>
                  <a:pt x="98" y="289"/>
                </a:cubicBezTo>
                <a:cubicBezTo>
                  <a:pt x="129" y="347"/>
                  <a:pt x="229" y="316"/>
                  <a:pt x="257" y="363"/>
                </a:cubicBezTo>
                <a:cubicBezTo>
                  <a:pt x="283" y="407"/>
                  <a:pt x="275" y="522"/>
                  <a:pt x="264" y="565"/>
                </a:cubicBezTo>
                <a:cubicBezTo>
                  <a:pt x="251" y="607"/>
                  <a:pt x="204" y="594"/>
                  <a:pt x="182" y="618"/>
                </a:cubicBezTo>
                <a:cubicBezTo>
                  <a:pt x="164" y="636"/>
                  <a:pt x="162" y="685"/>
                  <a:pt x="198" y="699"/>
                </a:cubicBezTo>
                <a:cubicBezTo>
                  <a:pt x="216" y="706"/>
                  <a:pt x="259" y="710"/>
                  <a:pt x="301" y="710"/>
                </a:cubicBezTo>
                <a:cubicBezTo>
                  <a:pt x="302" y="710"/>
                  <a:pt x="302" y="710"/>
                  <a:pt x="302" y="710"/>
                </a:cubicBezTo>
                <a:cubicBezTo>
                  <a:pt x="302" y="710"/>
                  <a:pt x="302" y="710"/>
                  <a:pt x="303" y="710"/>
                </a:cubicBezTo>
                <a:cubicBezTo>
                  <a:pt x="345" y="709"/>
                  <a:pt x="388" y="705"/>
                  <a:pt x="406" y="699"/>
                </a:cubicBezTo>
                <a:cubicBezTo>
                  <a:pt x="442" y="684"/>
                  <a:pt x="439" y="636"/>
                  <a:pt x="422" y="617"/>
                </a:cubicBezTo>
                <a:cubicBezTo>
                  <a:pt x="400" y="593"/>
                  <a:pt x="352" y="607"/>
                  <a:pt x="339" y="565"/>
                </a:cubicBezTo>
                <a:cubicBezTo>
                  <a:pt x="328" y="522"/>
                  <a:pt x="319" y="407"/>
                  <a:pt x="346" y="362"/>
                </a:cubicBezTo>
                <a:cubicBezTo>
                  <a:pt x="373" y="316"/>
                  <a:pt x="474" y="346"/>
                  <a:pt x="504" y="289"/>
                </a:cubicBezTo>
                <a:cubicBezTo>
                  <a:pt x="534" y="231"/>
                  <a:pt x="601" y="61"/>
                  <a:pt x="528" y="16"/>
                </a:cubicBezTo>
                <a:close/>
              </a:path>
            </a:pathLst>
          </a:custGeom>
          <a:solidFill>
            <a:srgbClr val="44546A"/>
          </a:solidFill>
          <a:ln w="6350" cap="flat">
            <a:solidFill>
              <a:srgbClr val="44546A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78" name="Freeform 9">
            <a:extLst>
              <a:ext uri="{FF2B5EF4-FFF2-40B4-BE49-F238E27FC236}">
                <a16:creationId xmlns:a16="http://schemas.microsoft.com/office/drawing/2014/main" id="{95BCE68B-3B56-24F9-23DA-03524C9DF5C6}"/>
              </a:ext>
            </a:extLst>
          </p:cNvPr>
          <p:cNvSpPr>
            <a:spLocks noChangeAspect="1"/>
          </p:cNvSpPr>
          <p:nvPr/>
        </p:nvSpPr>
        <p:spPr bwMode="auto">
          <a:xfrm>
            <a:off x="505104" y="529901"/>
            <a:ext cx="45719" cy="132391"/>
          </a:xfrm>
          <a:custGeom>
            <a:avLst/>
            <a:gdLst>
              <a:gd name="T0" fmla="*/ 46 w 46"/>
              <a:gd name="T1" fmla="*/ 0 h 383"/>
              <a:gd name="T2" fmla="*/ 0 w 46"/>
              <a:gd name="T3" fmla="*/ 0 h 383"/>
              <a:gd name="T4" fmla="*/ 0 w 46"/>
              <a:gd name="T5" fmla="*/ 63 h 383"/>
              <a:gd name="T6" fmla="*/ 4 w 46"/>
              <a:gd name="T7" fmla="*/ 63 h 383"/>
              <a:gd name="T8" fmla="*/ 4 w 46"/>
              <a:gd name="T9" fmla="*/ 272 h 383"/>
              <a:gd name="T10" fmla="*/ 4 w 46"/>
              <a:gd name="T11" fmla="*/ 272 h 383"/>
              <a:gd name="T12" fmla="*/ 22 w 46"/>
              <a:gd name="T13" fmla="*/ 379 h 383"/>
              <a:gd name="T14" fmla="*/ 26 w 46"/>
              <a:gd name="T15" fmla="*/ 383 h 383"/>
              <a:gd name="T16" fmla="*/ 42 w 46"/>
              <a:gd name="T17" fmla="*/ 272 h 383"/>
              <a:gd name="T18" fmla="*/ 42 w 46"/>
              <a:gd name="T19" fmla="*/ 63 h 383"/>
              <a:gd name="T20" fmla="*/ 46 w 46"/>
              <a:gd name="T21" fmla="*/ 63 h 383"/>
              <a:gd name="T22" fmla="*/ 46 w 46"/>
              <a:gd name="T23" fmla="*/ 0 h 38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46"/>
              <a:gd name="T37" fmla="*/ 0 h 383"/>
              <a:gd name="T38" fmla="*/ 46 w 46"/>
              <a:gd name="T39" fmla="*/ 383 h 38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46" h="383">
                <a:moveTo>
                  <a:pt x="46" y="0"/>
                </a:moveTo>
                <a:lnTo>
                  <a:pt x="0" y="0"/>
                </a:lnTo>
                <a:lnTo>
                  <a:pt x="0" y="63"/>
                </a:lnTo>
                <a:lnTo>
                  <a:pt x="4" y="63"/>
                </a:lnTo>
                <a:lnTo>
                  <a:pt x="4" y="272"/>
                </a:lnTo>
                <a:lnTo>
                  <a:pt x="22" y="379"/>
                </a:lnTo>
                <a:lnTo>
                  <a:pt x="26" y="383"/>
                </a:lnTo>
                <a:lnTo>
                  <a:pt x="42" y="272"/>
                </a:lnTo>
                <a:lnTo>
                  <a:pt x="42" y="63"/>
                </a:lnTo>
                <a:lnTo>
                  <a:pt x="46" y="63"/>
                </a:lnTo>
                <a:lnTo>
                  <a:pt x="46" y="0"/>
                </a:lnTo>
                <a:close/>
              </a:path>
            </a:pathLst>
          </a:custGeom>
          <a:solidFill>
            <a:srgbClr val="00B0A6"/>
          </a:solidFill>
          <a:ln w="635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73B0219-458B-D6A4-EE5A-1D0CE3D0255A}"/>
              </a:ext>
            </a:extLst>
          </p:cNvPr>
          <p:cNvCxnSpPr>
            <a:cxnSpLocks/>
          </p:cNvCxnSpPr>
          <p:nvPr/>
        </p:nvCxnSpPr>
        <p:spPr>
          <a:xfrm>
            <a:off x="532700" y="706577"/>
            <a:ext cx="279883" cy="0"/>
          </a:xfrm>
          <a:prstGeom prst="line">
            <a:avLst/>
          </a:prstGeom>
          <a:ln w="12700">
            <a:solidFill>
              <a:srgbClr val="00B0A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19869AA-75D6-4266-6E7E-61A5AC1C4157}"/>
              </a:ext>
            </a:extLst>
          </p:cNvPr>
          <p:cNvSpPr txBox="1"/>
          <p:nvPr/>
        </p:nvSpPr>
        <p:spPr>
          <a:xfrm>
            <a:off x="474802" y="450850"/>
            <a:ext cx="102517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400" b="1" dirty="0">
                <a:solidFill>
                  <a:srgbClr val="44546A"/>
                </a:solidFill>
                <a:latin typeface=""/>
              </a:rPr>
              <a:t>AB</a:t>
            </a:r>
            <a:endParaRPr lang="en-GB" sz="1000" dirty="0">
              <a:solidFill>
                <a:srgbClr val="44546A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613036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111C-B86D-6398-225F-97F84381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163645-F541-BD9C-A2CB-590DD9B83097}"/>
              </a:ext>
            </a:extLst>
          </p:cNvPr>
          <p:cNvSpPr txBox="1"/>
          <p:nvPr/>
        </p:nvSpPr>
        <p:spPr>
          <a:xfrm>
            <a:off x="1461992" y="-629010"/>
            <a:ext cx="445164" cy="5001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600" b="1" dirty="0">
                <a:solidFill>
                  <a:srgbClr val="44546A"/>
                </a:solidFill>
                <a:latin typeface=""/>
              </a:rPr>
              <a:t>   </a:t>
            </a:r>
            <a:r>
              <a:rPr lang="en-GB" sz="1050" b="1" dirty="0">
                <a:solidFill>
                  <a:schemeClr val="bg2"/>
                </a:solidFill>
                <a:latin typeface=""/>
              </a:rPr>
              <a:t>ab</a:t>
            </a:r>
            <a:endParaRPr lang="en-GB" sz="1600" dirty="0">
              <a:solidFill>
                <a:schemeClr val="bg2"/>
              </a:solidFill>
              <a:latin typeface=""/>
            </a:endParaRP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6F6838AF-2529-F49F-86FD-4205252F9FF2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722032" y="-374928"/>
            <a:ext cx="203379" cy="117126"/>
          </a:xfrm>
          <a:custGeom>
            <a:avLst/>
            <a:gdLst>
              <a:gd name="T0" fmla="*/ 132 w 184"/>
              <a:gd name="T1" fmla="*/ 0 h 105"/>
              <a:gd name="T2" fmla="*/ 85 w 184"/>
              <a:gd name="T3" fmla="*/ 30 h 105"/>
              <a:gd name="T4" fmla="*/ 27 w 184"/>
              <a:gd name="T5" fmla="*/ 30 h 105"/>
              <a:gd name="T6" fmla="*/ 0 w 184"/>
              <a:gd name="T7" fmla="*/ 52 h 105"/>
              <a:gd name="T8" fmla="*/ 27 w 184"/>
              <a:gd name="T9" fmla="*/ 73 h 105"/>
              <a:gd name="T10" fmla="*/ 84 w 184"/>
              <a:gd name="T11" fmla="*/ 73 h 105"/>
              <a:gd name="T12" fmla="*/ 132 w 184"/>
              <a:gd name="T13" fmla="*/ 105 h 105"/>
              <a:gd name="T14" fmla="*/ 184 w 184"/>
              <a:gd name="T15" fmla="*/ 53 h 105"/>
              <a:gd name="T16" fmla="*/ 132 w 184"/>
              <a:gd name="T17" fmla="*/ 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4" h="105">
                <a:moveTo>
                  <a:pt x="132" y="0"/>
                </a:moveTo>
                <a:cubicBezTo>
                  <a:pt x="111" y="0"/>
                  <a:pt x="93" y="13"/>
                  <a:pt x="85" y="30"/>
                </a:cubicBezTo>
                <a:cubicBezTo>
                  <a:pt x="27" y="30"/>
                  <a:pt x="27" y="30"/>
                  <a:pt x="27" y="30"/>
                </a:cubicBezTo>
                <a:cubicBezTo>
                  <a:pt x="12" y="30"/>
                  <a:pt x="0" y="40"/>
                  <a:pt x="0" y="52"/>
                </a:cubicBezTo>
                <a:cubicBezTo>
                  <a:pt x="0" y="63"/>
                  <a:pt x="12" y="73"/>
                  <a:pt x="27" y="73"/>
                </a:cubicBezTo>
                <a:cubicBezTo>
                  <a:pt x="84" y="73"/>
                  <a:pt x="84" y="73"/>
                  <a:pt x="84" y="73"/>
                </a:cubicBezTo>
                <a:cubicBezTo>
                  <a:pt x="92" y="92"/>
                  <a:pt x="111" y="105"/>
                  <a:pt x="132" y="105"/>
                </a:cubicBezTo>
                <a:cubicBezTo>
                  <a:pt x="161" y="105"/>
                  <a:pt x="184" y="81"/>
                  <a:pt x="184" y="53"/>
                </a:cubicBezTo>
                <a:cubicBezTo>
                  <a:pt x="184" y="24"/>
                  <a:pt x="161" y="0"/>
                  <a:pt x="132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rgbClr val="44546A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4BBBD86-7403-45C2-75FB-680FA5C726C4}"/>
              </a:ext>
            </a:extLst>
          </p:cNvPr>
          <p:cNvCxnSpPr>
            <a:cxnSpLocks/>
          </p:cNvCxnSpPr>
          <p:nvPr/>
        </p:nvCxnSpPr>
        <p:spPr>
          <a:xfrm>
            <a:off x="508748" y="-418055"/>
            <a:ext cx="0" cy="137160"/>
          </a:xfrm>
          <a:prstGeom prst="line">
            <a:avLst/>
          </a:prstGeom>
          <a:ln w="12700">
            <a:solidFill>
              <a:srgbClr val="00B0A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71A8DC9-8DBC-63EB-B97E-01C2ECA9F024}"/>
              </a:ext>
            </a:extLst>
          </p:cNvPr>
          <p:cNvSpPr txBox="1"/>
          <p:nvPr/>
        </p:nvSpPr>
        <p:spPr>
          <a:xfrm>
            <a:off x="1193941" y="-151507"/>
            <a:ext cx="536101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400" b="1" dirty="0">
                <a:solidFill>
                  <a:srgbClr val="44546A"/>
                </a:solidFill>
                <a:latin typeface=""/>
              </a:rPr>
              <a:t>   </a:t>
            </a:r>
            <a:r>
              <a:rPr lang="en-GB" sz="1400" b="1" dirty="0">
                <a:solidFill>
                  <a:srgbClr val="00B0A6"/>
                </a:solidFill>
                <a:latin typeface=""/>
              </a:rPr>
              <a:t>B</a:t>
            </a:r>
            <a:endParaRPr lang="en-GB" sz="1400" dirty="0">
              <a:solidFill>
                <a:srgbClr val="00B0A6"/>
              </a:solidFill>
              <a:latin typeface="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D3E377D-FE73-0644-487A-E934522A78EF}"/>
              </a:ext>
            </a:extLst>
          </p:cNvPr>
          <p:cNvCxnSpPr>
            <a:cxnSpLocks/>
          </p:cNvCxnSpPr>
          <p:nvPr/>
        </p:nvCxnSpPr>
        <p:spPr>
          <a:xfrm flipH="1">
            <a:off x="-400660" y="-470654"/>
            <a:ext cx="179146" cy="0"/>
          </a:xfrm>
          <a:prstGeom prst="line">
            <a:avLst/>
          </a:prstGeom>
          <a:ln w="12700">
            <a:solidFill>
              <a:srgbClr val="00B0A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BB2EEEDB-8364-5EFA-315E-A662653C29F6}"/>
              </a:ext>
            </a:extLst>
          </p:cNvPr>
          <p:cNvGrpSpPr/>
          <p:nvPr/>
        </p:nvGrpSpPr>
        <p:grpSpPr>
          <a:xfrm>
            <a:off x="-41787" y="-5238"/>
            <a:ext cx="1025174" cy="517214"/>
            <a:chOff x="-31435" y="450850"/>
            <a:chExt cx="1025174" cy="517214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5B6CE9C-EB04-EFF0-6549-BDFDB9FE0A1C}"/>
                </a:ext>
              </a:extLst>
            </p:cNvPr>
            <p:cNvSpPr txBox="1"/>
            <p:nvPr/>
          </p:nvSpPr>
          <p:spPr>
            <a:xfrm>
              <a:off x="-31435" y="660287"/>
              <a:ext cx="1025174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GB" sz="1400" b="1" dirty="0">
                  <a:solidFill>
                    <a:srgbClr val="44546A"/>
                  </a:solidFill>
                  <a:latin typeface=""/>
                </a:rPr>
                <a:t>DOR</a:t>
              </a:r>
              <a:endParaRPr lang="en-GB" sz="1000" dirty="0">
                <a:solidFill>
                  <a:srgbClr val="00B0A6"/>
                </a:solidFill>
                <a:latin typeface=""/>
              </a:endParaRPr>
            </a:p>
          </p:txBody>
        </p:sp>
        <p:sp>
          <p:nvSpPr>
            <p:cNvPr id="77" name="Freeform 4">
              <a:extLst>
                <a:ext uri="{FF2B5EF4-FFF2-40B4-BE49-F238E27FC236}">
                  <a16:creationId xmlns:a16="http://schemas.microsoft.com/office/drawing/2014/main" id="{62D61822-432F-C10B-A8A2-B9DA72E52A9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3198" y="741338"/>
              <a:ext cx="149533" cy="144710"/>
            </a:xfrm>
            <a:custGeom>
              <a:avLst/>
              <a:gdLst>
                <a:gd name="T0" fmla="*/ 528 w 601"/>
                <a:gd name="T1" fmla="*/ 16 h 710"/>
                <a:gd name="T2" fmla="*/ 481 w 601"/>
                <a:gd name="T3" fmla="*/ 0 h 710"/>
                <a:gd name="T4" fmla="*/ 481 w 601"/>
                <a:gd name="T5" fmla="*/ 0 h 710"/>
                <a:gd name="T6" fmla="*/ 301 w 601"/>
                <a:gd name="T7" fmla="*/ 180 h 710"/>
                <a:gd name="T8" fmla="*/ 121 w 601"/>
                <a:gd name="T9" fmla="*/ 0 h 710"/>
                <a:gd name="T10" fmla="*/ 74 w 601"/>
                <a:gd name="T11" fmla="*/ 17 h 710"/>
                <a:gd name="T12" fmla="*/ 98 w 601"/>
                <a:gd name="T13" fmla="*/ 289 h 710"/>
                <a:gd name="T14" fmla="*/ 257 w 601"/>
                <a:gd name="T15" fmla="*/ 363 h 710"/>
                <a:gd name="T16" fmla="*/ 264 w 601"/>
                <a:gd name="T17" fmla="*/ 565 h 710"/>
                <a:gd name="T18" fmla="*/ 182 w 601"/>
                <a:gd name="T19" fmla="*/ 618 h 710"/>
                <a:gd name="T20" fmla="*/ 198 w 601"/>
                <a:gd name="T21" fmla="*/ 699 h 710"/>
                <a:gd name="T22" fmla="*/ 301 w 601"/>
                <a:gd name="T23" fmla="*/ 710 h 710"/>
                <a:gd name="T24" fmla="*/ 302 w 601"/>
                <a:gd name="T25" fmla="*/ 710 h 710"/>
                <a:gd name="T26" fmla="*/ 303 w 601"/>
                <a:gd name="T27" fmla="*/ 710 h 710"/>
                <a:gd name="T28" fmla="*/ 406 w 601"/>
                <a:gd name="T29" fmla="*/ 699 h 710"/>
                <a:gd name="T30" fmla="*/ 422 w 601"/>
                <a:gd name="T31" fmla="*/ 617 h 710"/>
                <a:gd name="T32" fmla="*/ 339 w 601"/>
                <a:gd name="T33" fmla="*/ 565 h 710"/>
                <a:gd name="T34" fmla="*/ 346 w 601"/>
                <a:gd name="T35" fmla="*/ 362 h 710"/>
                <a:gd name="T36" fmla="*/ 504 w 601"/>
                <a:gd name="T37" fmla="*/ 289 h 710"/>
                <a:gd name="T38" fmla="*/ 528 w 601"/>
                <a:gd name="T39" fmla="*/ 16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1" h="710">
                  <a:moveTo>
                    <a:pt x="528" y="16"/>
                  </a:moveTo>
                  <a:cubicBezTo>
                    <a:pt x="517" y="10"/>
                    <a:pt x="501" y="4"/>
                    <a:pt x="481" y="0"/>
                  </a:cubicBezTo>
                  <a:cubicBezTo>
                    <a:pt x="481" y="0"/>
                    <a:pt x="481" y="0"/>
                    <a:pt x="481" y="0"/>
                  </a:cubicBezTo>
                  <a:cubicBezTo>
                    <a:pt x="481" y="99"/>
                    <a:pt x="400" y="180"/>
                    <a:pt x="301" y="180"/>
                  </a:cubicBezTo>
                  <a:cubicBezTo>
                    <a:pt x="202" y="180"/>
                    <a:pt x="121" y="100"/>
                    <a:pt x="121" y="0"/>
                  </a:cubicBezTo>
                  <a:cubicBezTo>
                    <a:pt x="101" y="5"/>
                    <a:pt x="85" y="11"/>
                    <a:pt x="74" y="17"/>
                  </a:cubicBezTo>
                  <a:cubicBezTo>
                    <a:pt x="0" y="61"/>
                    <a:pt x="68" y="231"/>
                    <a:pt x="98" y="289"/>
                  </a:cubicBezTo>
                  <a:cubicBezTo>
                    <a:pt x="129" y="347"/>
                    <a:pt x="229" y="316"/>
                    <a:pt x="257" y="363"/>
                  </a:cubicBezTo>
                  <a:cubicBezTo>
                    <a:pt x="283" y="407"/>
                    <a:pt x="275" y="522"/>
                    <a:pt x="264" y="565"/>
                  </a:cubicBezTo>
                  <a:cubicBezTo>
                    <a:pt x="251" y="607"/>
                    <a:pt x="204" y="594"/>
                    <a:pt x="182" y="618"/>
                  </a:cubicBezTo>
                  <a:cubicBezTo>
                    <a:pt x="164" y="636"/>
                    <a:pt x="162" y="685"/>
                    <a:pt x="198" y="699"/>
                  </a:cubicBezTo>
                  <a:cubicBezTo>
                    <a:pt x="216" y="706"/>
                    <a:pt x="259" y="710"/>
                    <a:pt x="301" y="710"/>
                  </a:cubicBezTo>
                  <a:cubicBezTo>
                    <a:pt x="302" y="710"/>
                    <a:pt x="302" y="710"/>
                    <a:pt x="302" y="710"/>
                  </a:cubicBezTo>
                  <a:cubicBezTo>
                    <a:pt x="302" y="710"/>
                    <a:pt x="302" y="710"/>
                    <a:pt x="303" y="710"/>
                  </a:cubicBezTo>
                  <a:cubicBezTo>
                    <a:pt x="345" y="709"/>
                    <a:pt x="388" y="705"/>
                    <a:pt x="406" y="699"/>
                  </a:cubicBezTo>
                  <a:cubicBezTo>
                    <a:pt x="442" y="684"/>
                    <a:pt x="439" y="636"/>
                    <a:pt x="422" y="617"/>
                  </a:cubicBezTo>
                  <a:cubicBezTo>
                    <a:pt x="400" y="593"/>
                    <a:pt x="352" y="607"/>
                    <a:pt x="339" y="565"/>
                  </a:cubicBezTo>
                  <a:cubicBezTo>
                    <a:pt x="328" y="522"/>
                    <a:pt x="319" y="407"/>
                    <a:pt x="346" y="362"/>
                  </a:cubicBezTo>
                  <a:cubicBezTo>
                    <a:pt x="373" y="316"/>
                    <a:pt x="474" y="346"/>
                    <a:pt x="504" y="289"/>
                  </a:cubicBezTo>
                  <a:cubicBezTo>
                    <a:pt x="534" y="231"/>
                    <a:pt x="601" y="61"/>
                    <a:pt x="528" y="16"/>
                  </a:cubicBezTo>
                  <a:close/>
                </a:path>
              </a:pathLst>
            </a:custGeom>
            <a:solidFill>
              <a:srgbClr val="44546A"/>
            </a:solidFill>
            <a:ln w="6350" cap="flat">
              <a:solidFill>
                <a:srgbClr val="44546A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C92FDED9-04A0-0D23-FC66-DB35818238F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104" y="529901"/>
              <a:ext cx="45719" cy="132391"/>
            </a:xfrm>
            <a:custGeom>
              <a:avLst/>
              <a:gdLst>
                <a:gd name="T0" fmla="*/ 46 w 46"/>
                <a:gd name="T1" fmla="*/ 0 h 383"/>
                <a:gd name="T2" fmla="*/ 0 w 46"/>
                <a:gd name="T3" fmla="*/ 0 h 383"/>
                <a:gd name="T4" fmla="*/ 0 w 46"/>
                <a:gd name="T5" fmla="*/ 63 h 383"/>
                <a:gd name="T6" fmla="*/ 4 w 46"/>
                <a:gd name="T7" fmla="*/ 63 h 383"/>
                <a:gd name="T8" fmla="*/ 4 w 46"/>
                <a:gd name="T9" fmla="*/ 272 h 383"/>
                <a:gd name="T10" fmla="*/ 4 w 46"/>
                <a:gd name="T11" fmla="*/ 272 h 383"/>
                <a:gd name="T12" fmla="*/ 22 w 46"/>
                <a:gd name="T13" fmla="*/ 379 h 383"/>
                <a:gd name="T14" fmla="*/ 26 w 46"/>
                <a:gd name="T15" fmla="*/ 383 h 383"/>
                <a:gd name="T16" fmla="*/ 42 w 46"/>
                <a:gd name="T17" fmla="*/ 272 h 383"/>
                <a:gd name="T18" fmla="*/ 42 w 46"/>
                <a:gd name="T19" fmla="*/ 63 h 383"/>
                <a:gd name="T20" fmla="*/ 46 w 46"/>
                <a:gd name="T21" fmla="*/ 63 h 383"/>
                <a:gd name="T22" fmla="*/ 46 w 46"/>
                <a:gd name="T23" fmla="*/ 0 h 38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6"/>
                <a:gd name="T37" fmla="*/ 0 h 383"/>
                <a:gd name="T38" fmla="*/ 46 w 46"/>
                <a:gd name="T39" fmla="*/ 383 h 38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6" h="383">
                  <a:moveTo>
                    <a:pt x="46" y="0"/>
                  </a:moveTo>
                  <a:lnTo>
                    <a:pt x="0" y="0"/>
                  </a:lnTo>
                  <a:lnTo>
                    <a:pt x="0" y="63"/>
                  </a:lnTo>
                  <a:lnTo>
                    <a:pt x="4" y="63"/>
                  </a:lnTo>
                  <a:lnTo>
                    <a:pt x="4" y="272"/>
                  </a:lnTo>
                  <a:lnTo>
                    <a:pt x="22" y="379"/>
                  </a:lnTo>
                  <a:lnTo>
                    <a:pt x="26" y="383"/>
                  </a:lnTo>
                  <a:lnTo>
                    <a:pt x="42" y="272"/>
                  </a:lnTo>
                  <a:lnTo>
                    <a:pt x="42" y="63"/>
                  </a:lnTo>
                  <a:lnTo>
                    <a:pt x="46" y="63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B0A6"/>
            </a:solidFill>
            <a:ln w="6350">
              <a:solidFill>
                <a:srgbClr val="44546A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A3C5DFC-094B-810F-B08E-176C7E40154F}"/>
                </a:ext>
              </a:extLst>
            </p:cNvPr>
            <p:cNvCxnSpPr>
              <a:cxnSpLocks/>
            </p:cNvCxnSpPr>
            <p:nvPr/>
          </p:nvCxnSpPr>
          <p:spPr>
            <a:xfrm>
              <a:off x="532700" y="706577"/>
              <a:ext cx="279883" cy="0"/>
            </a:xfrm>
            <a:prstGeom prst="line">
              <a:avLst/>
            </a:prstGeom>
            <a:ln w="12700">
              <a:solidFill>
                <a:srgbClr val="00B0A6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391713F-A9A5-A7D7-67B2-9A24362A770A}"/>
                </a:ext>
              </a:extLst>
            </p:cNvPr>
            <p:cNvSpPr txBox="1"/>
            <p:nvPr/>
          </p:nvSpPr>
          <p:spPr>
            <a:xfrm>
              <a:off x="474802" y="450850"/>
              <a:ext cx="44594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GB" sz="1400" b="1" dirty="0">
                  <a:solidFill>
                    <a:srgbClr val="44546A"/>
                  </a:solidFill>
                  <a:latin typeface=""/>
                </a:rPr>
                <a:t>AB</a:t>
              </a:r>
              <a:endParaRPr lang="en-GB" sz="1000" dirty="0">
                <a:solidFill>
                  <a:srgbClr val="44546A"/>
                </a:solidFill>
                <a:latin typeface="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E85EA2-9A04-E739-A4F4-432D23F1A2EF}"/>
              </a:ext>
            </a:extLst>
          </p:cNvPr>
          <p:cNvGrpSpPr/>
          <p:nvPr/>
        </p:nvGrpSpPr>
        <p:grpSpPr>
          <a:xfrm>
            <a:off x="-17835" y="481615"/>
            <a:ext cx="1280175" cy="487193"/>
            <a:chOff x="-31435" y="480871"/>
            <a:chExt cx="1280175" cy="4871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8B3F21-4958-04A3-7C54-5A0872F6C393}"/>
                </a:ext>
              </a:extLst>
            </p:cNvPr>
            <p:cNvSpPr txBox="1"/>
            <p:nvPr/>
          </p:nvSpPr>
          <p:spPr>
            <a:xfrm>
              <a:off x="-31435" y="660287"/>
              <a:ext cx="1025174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GB" sz="1400" b="1" dirty="0">
                  <a:solidFill>
                    <a:srgbClr val="44546A"/>
                  </a:solidFill>
                  <a:latin typeface=""/>
                </a:rPr>
                <a:t>DORY</a:t>
              </a:r>
              <a:endParaRPr lang="en-GB" sz="1000" dirty="0">
                <a:solidFill>
                  <a:srgbClr val="00B0A6"/>
                </a:solidFill>
                <a:latin typeface=""/>
              </a:endParaRPr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65B20BB8-B1D3-A1C3-C852-A0855190DD8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11942" y="758856"/>
              <a:ext cx="136798" cy="132386"/>
            </a:xfrm>
            <a:custGeom>
              <a:avLst/>
              <a:gdLst>
                <a:gd name="T0" fmla="*/ 528 w 601"/>
                <a:gd name="T1" fmla="*/ 16 h 710"/>
                <a:gd name="T2" fmla="*/ 481 w 601"/>
                <a:gd name="T3" fmla="*/ 0 h 710"/>
                <a:gd name="T4" fmla="*/ 481 w 601"/>
                <a:gd name="T5" fmla="*/ 0 h 710"/>
                <a:gd name="T6" fmla="*/ 301 w 601"/>
                <a:gd name="T7" fmla="*/ 180 h 710"/>
                <a:gd name="T8" fmla="*/ 121 w 601"/>
                <a:gd name="T9" fmla="*/ 0 h 710"/>
                <a:gd name="T10" fmla="*/ 74 w 601"/>
                <a:gd name="T11" fmla="*/ 17 h 710"/>
                <a:gd name="T12" fmla="*/ 98 w 601"/>
                <a:gd name="T13" fmla="*/ 289 h 710"/>
                <a:gd name="T14" fmla="*/ 257 w 601"/>
                <a:gd name="T15" fmla="*/ 363 h 710"/>
                <a:gd name="T16" fmla="*/ 264 w 601"/>
                <a:gd name="T17" fmla="*/ 565 h 710"/>
                <a:gd name="T18" fmla="*/ 182 w 601"/>
                <a:gd name="T19" fmla="*/ 618 h 710"/>
                <a:gd name="T20" fmla="*/ 198 w 601"/>
                <a:gd name="T21" fmla="*/ 699 h 710"/>
                <a:gd name="T22" fmla="*/ 301 w 601"/>
                <a:gd name="T23" fmla="*/ 710 h 710"/>
                <a:gd name="T24" fmla="*/ 302 w 601"/>
                <a:gd name="T25" fmla="*/ 710 h 710"/>
                <a:gd name="T26" fmla="*/ 303 w 601"/>
                <a:gd name="T27" fmla="*/ 710 h 710"/>
                <a:gd name="T28" fmla="*/ 406 w 601"/>
                <a:gd name="T29" fmla="*/ 699 h 710"/>
                <a:gd name="T30" fmla="*/ 422 w 601"/>
                <a:gd name="T31" fmla="*/ 617 h 710"/>
                <a:gd name="T32" fmla="*/ 339 w 601"/>
                <a:gd name="T33" fmla="*/ 565 h 710"/>
                <a:gd name="T34" fmla="*/ 346 w 601"/>
                <a:gd name="T35" fmla="*/ 362 h 710"/>
                <a:gd name="T36" fmla="*/ 504 w 601"/>
                <a:gd name="T37" fmla="*/ 289 h 710"/>
                <a:gd name="T38" fmla="*/ 528 w 601"/>
                <a:gd name="T39" fmla="*/ 16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1" h="710">
                  <a:moveTo>
                    <a:pt x="528" y="16"/>
                  </a:moveTo>
                  <a:cubicBezTo>
                    <a:pt x="517" y="10"/>
                    <a:pt x="501" y="4"/>
                    <a:pt x="481" y="0"/>
                  </a:cubicBezTo>
                  <a:cubicBezTo>
                    <a:pt x="481" y="0"/>
                    <a:pt x="481" y="0"/>
                    <a:pt x="481" y="0"/>
                  </a:cubicBezTo>
                  <a:cubicBezTo>
                    <a:pt x="481" y="99"/>
                    <a:pt x="400" y="180"/>
                    <a:pt x="301" y="180"/>
                  </a:cubicBezTo>
                  <a:cubicBezTo>
                    <a:pt x="202" y="180"/>
                    <a:pt x="121" y="100"/>
                    <a:pt x="121" y="0"/>
                  </a:cubicBezTo>
                  <a:cubicBezTo>
                    <a:pt x="101" y="5"/>
                    <a:pt x="85" y="11"/>
                    <a:pt x="74" y="17"/>
                  </a:cubicBezTo>
                  <a:cubicBezTo>
                    <a:pt x="0" y="61"/>
                    <a:pt x="68" y="231"/>
                    <a:pt x="98" y="289"/>
                  </a:cubicBezTo>
                  <a:cubicBezTo>
                    <a:pt x="129" y="347"/>
                    <a:pt x="229" y="316"/>
                    <a:pt x="257" y="363"/>
                  </a:cubicBezTo>
                  <a:cubicBezTo>
                    <a:pt x="283" y="407"/>
                    <a:pt x="275" y="522"/>
                    <a:pt x="264" y="565"/>
                  </a:cubicBezTo>
                  <a:cubicBezTo>
                    <a:pt x="251" y="607"/>
                    <a:pt x="204" y="594"/>
                    <a:pt x="182" y="618"/>
                  </a:cubicBezTo>
                  <a:cubicBezTo>
                    <a:pt x="164" y="636"/>
                    <a:pt x="162" y="685"/>
                    <a:pt x="198" y="699"/>
                  </a:cubicBezTo>
                  <a:cubicBezTo>
                    <a:pt x="216" y="706"/>
                    <a:pt x="259" y="710"/>
                    <a:pt x="301" y="710"/>
                  </a:cubicBezTo>
                  <a:cubicBezTo>
                    <a:pt x="302" y="710"/>
                    <a:pt x="302" y="710"/>
                    <a:pt x="302" y="710"/>
                  </a:cubicBezTo>
                  <a:cubicBezTo>
                    <a:pt x="302" y="710"/>
                    <a:pt x="302" y="710"/>
                    <a:pt x="303" y="710"/>
                  </a:cubicBezTo>
                  <a:cubicBezTo>
                    <a:pt x="345" y="709"/>
                    <a:pt x="388" y="705"/>
                    <a:pt x="406" y="699"/>
                  </a:cubicBezTo>
                  <a:cubicBezTo>
                    <a:pt x="442" y="684"/>
                    <a:pt x="439" y="636"/>
                    <a:pt x="422" y="617"/>
                  </a:cubicBezTo>
                  <a:cubicBezTo>
                    <a:pt x="400" y="593"/>
                    <a:pt x="352" y="607"/>
                    <a:pt x="339" y="565"/>
                  </a:cubicBezTo>
                  <a:cubicBezTo>
                    <a:pt x="328" y="522"/>
                    <a:pt x="319" y="407"/>
                    <a:pt x="346" y="362"/>
                  </a:cubicBezTo>
                  <a:cubicBezTo>
                    <a:pt x="373" y="316"/>
                    <a:pt x="474" y="346"/>
                    <a:pt x="504" y="289"/>
                  </a:cubicBezTo>
                  <a:cubicBezTo>
                    <a:pt x="534" y="231"/>
                    <a:pt x="601" y="61"/>
                    <a:pt x="528" y="16"/>
                  </a:cubicBezTo>
                  <a:close/>
                </a:path>
              </a:pathLst>
            </a:custGeom>
            <a:solidFill>
              <a:srgbClr val="44546A"/>
            </a:solidFill>
            <a:ln w="6350" cap="flat">
              <a:solidFill>
                <a:srgbClr val="44546A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960D29-424A-29A2-13FA-25FF84FA8D7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83169" y="568565"/>
              <a:ext cx="45719" cy="132391"/>
            </a:xfrm>
            <a:custGeom>
              <a:avLst/>
              <a:gdLst>
                <a:gd name="T0" fmla="*/ 46 w 46"/>
                <a:gd name="T1" fmla="*/ 0 h 383"/>
                <a:gd name="T2" fmla="*/ 0 w 46"/>
                <a:gd name="T3" fmla="*/ 0 h 383"/>
                <a:gd name="T4" fmla="*/ 0 w 46"/>
                <a:gd name="T5" fmla="*/ 63 h 383"/>
                <a:gd name="T6" fmla="*/ 4 w 46"/>
                <a:gd name="T7" fmla="*/ 63 h 383"/>
                <a:gd name="T8" fmla="*/ 4 w 46"/>
                <a:gd name="T9" fmla="*/ 272 h 383"/>
                <a:gd name="T10" fmla="*/ 4 w 46"/>
                <a:gd name="T11" fmla="*/ 272 h 383"/>
                <a:gd name="T12" fmla="*/ 22 w 46"/>
                <a:gd name="T13" fmla="*/ 379 h 383"/>
                <a:gd name="T14" fmla="*/ 26 w 46"/>
                <a:gd name="T15" fmla="*/ 383 h 383"/>
                <a:gd name="T16" fmla="*/ 42 w 46"/>
                <a:gd name="T17" fmla="*/ 272 h 383"/>
                <a:gd name="T18" fmla="*/ 42 w 46"/>
                <a:gd name="T19" fmla="*/ 63 h 383"/>
                <a:gd name="T20" fmla="*/ 46 w 46"/>
                <a:gd name="T21" fmla="*/ 63 h 383"/>
                <a:gd name="T22" fmla="*/ 46 w 46"/>
                <a:gd name="T23" fmla="*/ 0 h 38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6"/>
                <a:gd name="T37" fmla="*/ 0 h 383"/>
                <a:gd name="T38" fmla="*/ 46 w 46"/>
                <a:gd name="T39" fmla="*/ 383 h 38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6" h="383">
                  <a:moveTo>
                    <a:pt x="46" y="0"/>
                  </a:moveTo>
                  <a:lnTo>
                    <a:pt x="0" y="0"/>
                  </a:lnTo>
                  <a:lnTo>
                    <a:pt x="0" y="63"/>
                  </a:lnTo>
                  <a:lnTo>
                    <a:pt x="4" y="63"/>
                  </a:lnTo>
                  <a:lnTo>
                    <a:pt x="4" y="272"/>
                  </a:lnTo>
                  <a:lnTo>
                    <a:pt x="22" y="379"/>
                  </a:lnTo>
                  <a:lnTo>
                    <a:pt x="26" y="383"/>
                  </a:lnTo>
                  <a:lnTo>
                    <a:pt x="42" y="272"/>
                  </a:lnTo>
                  <a:lnTo>
                    <a:pt x="42" y="63"/>
                  </a:lnTo>
                  <a:lnTo>
                    <a:pt x="46" y="63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B0A6"/>
            </a:solidFill>
            <a:ln w="6350">
              <a:solidFill>
                <a:srgbClr val="44546A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48AF868-C577-DD27-86C8-16A89E5989A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96" y="728638"/>
              <a:ext cx="279883" cy="0"/>
            </a:xfrm>
            <a:prstGeom prst="line">
              <a:avLst/>
            </a:prstGeom>
            <a:ln w="25400">
              <a:solidFill>
                <a:srgbClr val="00B0A6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396B13-EFE1-AC5A-6B64-8C0C87E464A6}"/>
                </a:ext>
              </a:extLst>
            </p:cNvPr>
            <p:cNvSpPr txBox="1"/>
            <p:nvPr/>
          </p:nvSpPr>
          <p:spPr>
            <a:xfrm>
              <a:off x="443741" y="480871"/>
              <a:ext cx="44594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GB" sz="1400" b="1" dirty="0">
                  <a:solidFill>
                    <a:srgbClr val="44546A"/>
                  </a:solidFill>
                  <a:latin typeface=""/>
                </a:rPr>
                <a:t>AB</a:t>
              </a:r>
              <a:endParaRPr lang="en-GB" sz="1000" dirty="0">
                <a:solidFill>
                  <a:srgbClr val="44546A"/>
                </a:solidFill>
                <a:latin typeface="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682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1511</TotalTime>
  <Words>49</Words>
  <Application>Microsoft Macintosh PowerPoint</Application>
  <PresentationFormat>Custom</PresentationFormat>
  <Paragraphs>30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Doryab</dc:creator>
  <cp:lastModifiedBy>Ali Doryab</cp:lastModifiedBy>
  <cp:revision>8</cp:revision>
  <dcterms:created xsi:type="dcterms:W3CDTF">2026-06-08T19:25:52Z</dcterms:created>
  <dcterms:modified xsi:type="dcterms:W3CDTF">2026-06-14T21:20:17Z</dcterms:modified>
</cp:coreProperties>
</file>